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Paytone One"/>
      <p:regular r:id="rId15"/>
    </p:embeddedFont>
    <p:embeddedFont>
      <p:font typeface="Didact Gothic"/>
      <p:regular r:id="rId16"/>
    </p:embeddedFont>
    <p:embeddedFont>
      <p:font typeface="Monoton"/>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PaytoneOne-regular.fntdata"/><Relationship Id="rId14" Type="http://schemas.openxmlformats.org/officeDocument/2006/relationships/slide" Target="slides/slide10.xml"/><Relationship Id="rId17" Type="http://schemas.openxmlformats.org/officeDocument/2006/relationships/font" Target="fonts/Monoton-regular.fntdata"/><Relationship Id="rId16" Type="http://schemas.openxmlformats.org/officeDocument/2006/relationships/font" Target="fonts/DidactGothic-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8d8eb7e089_1_17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8d8eb7e089_1_17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900">
                <a:solidFill>
                  <a:schemeClr val="dk1"/>
                </a:solidFill>
                <a:latin typeface="Didact Gothic"/>
                <a:ea typeface="Didact Gothic"/>
                <a:cs typeface="Didact Gothic"/>
                <a:sym typeface="Didact Gothic"/>
              </a:rPr>
              <a:t>Zyaad</a:t>
            </a:r>
            <a:endParaRPr sz="900">
              <a:solidFill>
                <a:schemeClr val="dk1"/>
              </a:solidFill>
              <a:latin typeface="Didact Gothic"/>
              <a:ea typeface="Didact Gothic"/>
              <a:cs typeface="Didact Gothic"/>
              <a:sym typeface="Didact Gothic"/>
            </a:endParaRPr>
          </a:p>
          <a:p>
            <a:pPr indent="0" lvl="0" marL="0" rtl="0" algn="ctr">
              <a:lnSpc>
                <a:spcPct val="115000"/>
              </a:lnSpc>
              <a:spcBef>
                <a:spcPts val="1200"/>
              </a:spcBef>
              <a:spcAft>
                <a:spcPts val="0"/>
              </a:spcAft>
              <a:buClr>
                <a:schemeClr val="dk1"/>
              </a:buClr>
              <a:buSzPts val="1100"/>
              <a:buFont typeface="Arial"/>
              <a:buNone/>
            </a:pPr>
            <a:r>
              <a:rPr lang="en" sz="900">
                <a:solidFill>
                  <a:schemeClr val="dk1"/>
                </a:solidFill>
                <a:latin typeface="Didact Gothic"/>
                <a:ea typeface="Didact Gothic"/>
                <a:cs typeface="Didact Gothic"/>
                <a:sym typeface="Didact Gothic"/>
              </a:rPr>
              <a:t>As kids, the natural tendency is to gravitate towards drinks that taste good, without much thought on nutritional value or overall health. Due to this, it is observed that </a:t>
            </a:r>
            <a:r>
              <a:rPr lang="en" sz="900" u="sng">
                <a:solidFill>
                  <a:schemeClr val="dk1"/>
                </a:solidFill>
                <a:latin typeface="Didact Gothic"/>
                <a:ea typeface="Didact Gothic"/>
                <a:cs typeface="Didact Gothic"/>
                <a:sym typeface="Didact Gothic"/>
              </a:rPr>
              <a:t>kids do not drink enough water,</a:t>
            </a:r>
            <a:r>
              <a:rPr lang="en" sz="900">
                <a:solidFill>
                  <a:schemeClr val="dk1"/>
                </a:solidFill>
                <a:latin typeface="Didact Gothic"/>
                <a:ea typeface="Didact Gothic"/>
                <a:cs typeface="Didact Gothic"/>
                <a:sym typeface="Didact Gothic"/>
              </a:rPr>
              <a:t> whether it be due to the taste or because they do not think about it.  Most </a:t>
            </a:r>
            <a:r>
              <a:rPr lang="en" sz="900" u="sng">
                <a:solidFill>
                  <a:schemeClr val="dk1"/>
                </a:solidFill>
                <a:latin typeface="Didact Gothic"/>
                <a:ea typeface="Didact Gothic"/>
                <a:cs typeface="Didact Gothic"/>
                <a:sym typeface="Didact Gothic"/>
              </a:rPr>
              <a:t>American children and teenagers aren't drinking enough fluids, </a:t>
            </a:r>
            <a:r>
              <a:rPr lang="en" sz="900">
                <a:solidFill>
                  <a:schemeClr val="dk1"/>
                </a:solidFill>
                <a:latin typeface="Didact Gothic"/>
                <a:ea typeface="Didact Gothic"/>
                <a:cs typeface="Didact Gothic"/>
                <a:sym typeface="Didact Gothic"/>
              </a:rPr>
              <a:t>and that's </a:t>
            </a:r>
            <a:r>
              <a:rPr lang="en" sz="900" u="sng">
                <a:solidFill>
                  <a:schemeClr val="dk1"/>
                </a:solidFill>
                <a:latin typeface="Didact Gothic"/>
                <a:ea typeface="Didact Gothic"/>
                <a:cs typeface="Didact Gothic"/>
                <a:sym typeface="Didact Gothic"/>
              </a:rPr>
              <a:t>leaving them mildly dehydrated</a:t>
            </a:r>
            <a:r>
              <a:rPr lang="en" sz="900">
                <a:solidFill>
                  <a:schemeClr val="dk1"/>
                </a:solidFill>
                <a:latin typeface="Didact Gothic"/>
                <a:ea typeface="Didact Gothic"/>
                <a:cs typeface="Didact Gothic"/>
                <a:sym typeface="Didact Gothic"/>
              </a:rPr>
              <a:t>, In fact, </a:t>
            </a:r>
            <a:r>
              <a:rPr lang="en" sz="900" u="sng">
                <a:solidFill>
                  <a:schemeClr val="dk1"/>
                </a:solidFill>
                <a:latin typeface="Didact Gothic"/>
                <a:ea typeface="Didact Gothic"/>
                <a:cs typeface="Didact Gothic"/>
                <a:sym typeface="Didact Gothic"/>
              </a:rPr>
              <a:t>one-quarter of a broad cross-section of children ages 6 to 19</a:t>
            </a:r>
            <a:r>
              <a:rPr lang="en" sz="900">
                <a:solidFill>
                  <a:schemeClr val="dk1"/>
                </a:solidFill>
                <a:latin typeface="Didact Gothic"/>
                <a:ea typeface="Didact Gothic"/>
                <a:cs typeface="Didact Gothic"/>
                <a:sym typeface="Didact Gothic"/>
              </a:rPr>
              <a:t> apparently </a:t>
            </a:r>
            <a:r>
              <a:rPr lang="en" sz="900" u="sng">
                <a:solidFill>
                  <a:schemeClr val="dk1"/>
                </a:solidFill>
                <a:latin typeface="Didact Gothic"/>
                <a:ea typeface="Didact Gothic"/>
                <a:cs typeface="Didact Gothic"/>
                <a:sym typeface="Didact Gothic"/>
              </a:rPr>
              <a:t>don't drink any water</a:t>
            </a:r>
            <a:r>
              <a:rPr lang="en" sz="900">
                <a:solidFill>
                  <a:schemeClr val="dk1"/>
                </a:solidFill>
                <a:latin typeface="Didact Gothic"/>
                <a:ea typeface="Didact Gothic"/>
                <a:cs typeface="Didact Gothic"/>
                <a:sym typeface="Didact Gothic"/>
              </a:rPr>
              <a:t> as part of their fluid intake.</a:t>
            </a:r>
            <a:r>
              <a:rPr lang="en" sz="900" u="sng">
                <a:solidFill>
                  <a:schemeClr val="dk1"/>
                </a:solidFill>
                <a:latin typeface="Didact Gothic"/>
                <a:ea typeface="Didact Gothic"/>
                <a:cs typeface="Didact Gothic"/>
                <a:sym typeface="Didact Gothic"/>
              </a:rPr>
              <a:t> Although there are many water bottles on the market for kids, they don’t hold characteristics that appeal to the kids enough to help combat dehydration and “brain rot.” Therefore, we propose CubCup!</a:t>
            </a:r>
            <a:endParaRPr sz="900" u="sng">
              <a:solidFill>
                <a:schemeClr val="dk1"/>
              </a:solidFill>
              <a:latin typeface="Didact Gothic"/>
              <a:ea typeface="Didact Gothic"/>
              <a:cs typeface="Didact Gothic"/>
              <a:sym typeface="Didact Gothic"/>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017ca394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f017ca394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8d8eb7e089_1_17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8d8eb7e089_1_17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tj</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8d8eb7e089_1_17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8d8eb7e089_1_17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Vivi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8d8eb7e089_1_17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8d8eb7e089_1_17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Vivi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8d8eb7e089_1_18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8d8eb7e089_1_18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8d8eb7e089_1_17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8d8eb7e089_1_17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latin typeface="Didact Gothic"/>
                <a:ea typeface="Didact Gothic"/>
                <a:cs typeface="Didact Gothic"/>
                <a:sym typeface="Didact Gothic"/>
              </a:rPr>
              <a:t>Mat</a:t>
            </a:r>
            <a:endParaRPr sz="1300">
              <a:solidFill>
                <a:schemeClr val="dk1"/>
              </a:solidFill>
              <a:latin typeface="Didact Gothic"/>
              <a:ea typeface="Didact Gothic"/>
              <a:cs typeface="Didact Gothic"/>
              <a:sym typeface="Didact Gothic"/>
            </a:endParaRPr>
          </a:p>
          <a:p>
            <a:pPr indent="0" lvl="0" marL="0" rtl="0" algn="l">
              <a:lnSpc>
                <a:spcPct val="115000"/>
              </a:lnSpc>
              <a:spcBef>
                <a:spcPts val="1200"/>
              </a:spcBef>
              <a:spcAft>
                <a:spcPts val="0"/>
              </a:spcAft>
              <a:buNone/>
            </a:pPr>
            <a:r>
              <a:rPr lang="en" sz="1300">
                <a:solidFill>
                  <a:schemeClr val="dk1"/>
                </a:solidFill>
                <a:latin typeface="Didact Gothic"/>
                <a:ea typeface="Didact Gothic"/>
                <a:cs typeface="Didact Gothic"/>
                <a:sym typeface="Didact Gothic"/>
              </a:rPr>
              <a:t>Sensor Placement </a:t>
            </a:r>
            <a:endParaRPr sz="1300">
              <a:solidFill>
                <a:schemeClr val="dk1"/>
              </a:solidFill>
              <a:latin typeface="Didact Gothic"/>
              <a:ea typeface="Didact Gothic"/>
              <a:cs typeface="Didact Gothic"/>
              <a:sym typeface="Didact Gothic"/>
            </a:endParaRPr>
          </a:p>
          <a:p>
            <a:pPr indent="-311150" lvl="0" marL="457200" rtl="0" algn="l">
              <a:lnSpc>
                <a:spcPct val="115000"/>
              </a:lnSpc>
              <a:spcBef>
                <a:spcPts val="1200"/>
              </a:spcBef>
              <a:spcAft>
                <a:spcPts val="0"/>
              </a:spcAft>
              <a:buClr>
                <a:schemeClr val="dk1"/>
              </a:buClr>
              <a:buSzPts val="1300"/>
              <a:buFont typeface="Didact Gothic"/>
              <a:buChar char="●"/>
            </a:pPr>
            <a:r>
              <a:rPr lang="en" sz="1300">
                <a:solidFill>
                  <a:schemeClr val="dk1"/>
                </a:solidFill>
                <a:latin typeface="Didact Gothic"/>
                <a:ea typeface="Didact Gothic"/>
                <a:cs typeface="Didact Gothic"/>
                <a:sym typeface="Didact Gothic"/>
              </a:rPr>
              <a:t>Inside the Cap: The most practical placement for the flow sensor is near the cap where the water exits the bottle. This allows the sensor to measure the flow rate as water is poured or sipped.</a:t>
            </a:r>
            <a:endParaRPr sz="1300">
              <a:solidFill>
                <a:schemeClr val="dk1"/>
              </a:solidFill>
              <a:latin typeface="Didact Gothic"/>
              <a:ea typeface="Didact Gothic"/>
              <a:cs typeface="Didact Gothic"/>
              <a:sym typeface="Didact Gothic"/>
            </a:endParaRPr>
          </a:p>
          <a:p>
            <a:pPr indent="-311150" lvl="0" marL="457200" rtl="0" algn="l">
              <a:lnSpc>
                <a:spcPct val="115000"/>
              </a:lnSpc>
              <a:spcBef>
                <a:spcPts val="0"/>
              </a:spcBef>
              <a:spcAft>
                <a:spcPts val="0"/>
              </a:spcAft>
              <a:buClr>
                <a:schemeClr val="dk1"/>
              </a:buClr>
              <a:buSzPts val="1300"/>
              <a:buFont typeface="Didact Gothic"/>
              <a:buChar char="●"/>
            </a:pPr>
            <a:r>
              <a:rPr lang="en" sz="1300">
                <a:solidFill>
                  <a:schemeClr val="dk1"/>
                </a:solidFill>
                <a:latin typeface="Didact Gothic"/>
                <a:ea typeface="Didact Gothic"/>
                <a:cs typeface="Didact Gothic"/>
                <a:sym typeface="Didact Gothic"/>
              </a:rPr>
              <a:t>Inline with Spout: The sensor can be integrated into an inline setup within the spout or a dedicated compartment at the top of the bottle. This minimizes exposure to water inside the main reservoir and simplifies data collection, which will later be put into arduino and stuff</a:t>
            </a:r>
            <a:endParaRPr sz="1300">
              <a:solidFill>
                <a:schemeClr val="dk1"/>
              </a:solidFill>
              <a:latin typeface="Didact Gothic"/>
              <a:ea typeface="Didact Gothic"/>
              <a:cs typeface="Didact Gothic"/>
              <a:sym typeface="Didact Gothic"/>
            </a:endParaRPr>
          </a:p>
          <a:p>
            <a:pPr indent="-311150" lvl="0" marL="457200" rtl="0" algn="l">
              <a:lnSpc>
                <a:spcPct val="115000"/>
              </a:lnSpc>
              <a:spcBef>
                <a:spcPts val="0"/>
              </a:spcBef>
              <a:spcAft>
                <a:spcPts val="0"/>
              </a:spcAft>
              <a:buClr>
                <a:schemeClr val="dk1"/>
              </a:buClr>
              <a:buSzPts val="1300"/>
              <a:buFont typeface="Didact Gothic"/>
              <a:buChar char="●"/>
            </a:pPr>
            <a:r>
              <a:rPr lang="en" sz="1300">
                <a:solidFill>
                  <a:schemeClr val="dk1"/>
                </a:solidFill>
                <a:latin typeface="Didact Gothic"/>
                <a:ea typeface="Didact Gothic"/>
                <a:cs typeface="Didact Gothic"/>
                <a:sym typeface="Didact Gothic"/>
              </a:rPr>
              <a:t>Waterproof Housing: To ensure durability and prevent damage, the sensor should be enclosed in a waterproof housing. This could be a custom-designed compartment that seals the sensor but allows water to flow through it.</a:t>
            </a:r>
            <a:endParaRPr sz="1300">
              <a:solidFill>
                <a:schemeClr val="dk1"/>
              </a:solidFill>
              <a:latin typeface="Didact Gothic"/>
              <a:ea typeface="Didact Gothic"/>
              <a:cs typeface="Didact Gothic"/>
              <a:sym typeface="Didact Gothic"/>
            </a:endParaRPr>
          </a:p>
          <a:p>
            <a:pPr indent="0" lvl="0" marL="0" rtl="0" algn="l">
              <a:lnSpc>
                <a:spcPct val="115000"/>
              </a:lnSpc>
              <a:spcBef>
                <a:spcPts val="1200"/>
              </a:spcBef>
              <a:spcAft>
                <a:spcPts val="0"/>
              </a:spcAft>
              <a:buNone/>
            </a:pPr>
            <a:r>
              <a:t/>
            </a:r>
            <a:endParaRPr sz="1300">
              <a:solidFill>
                <a:schemeClr val="dk1"/>
              </a:solidFill>
              <a:latin typeface="Didact Gothic"/>
              <a:ea typeface="Didact Gothic"/>
              <a:cs typeface="Didact Gothic"/>
              <a:sym typeface="Didact Gothic"/>
            </a:endParaRPr>
          </a:p>
          <a:p>
            <a:pPr indent="0" lvl="0" marL="0" rtl="0" algn="l">
              <a:lnSpc>
                <a:spcPct val="115000"/>
              </a:lnSpc>
              <a:spcBef>
                <a:spcPts val="1200"/>
              </a:spcBef>
              <a:spcAft>
                <a:spcPts val="0"/>
              </a:spcAft>
              <a:buNone/>
            </a:pPr>
            <a:r>
              <a:rPr lang="en" sz="1300">
                <a:solidFill>
                  <a:schemeClr val="dk1"/>
                </a:solidFill>
                <a:latin typeface="Didact Gothic"/>
                <a:ea typeface="Didact Gothic"/>
                <a:cs typeface="Didact Gothic"/>
                <a:sym typeface="Didact Gothic"/>
              </a:rPr>
              <a:t>Electronics and data transmission:</a:t>
            </a:r>
            <a:endParaRPr sz="1300">
              <a:solidFill>
                <a:schemeClr val="dk1"/>
              </a:solidFill>
              <a:latin typeface="Didact Gothic"/>
              <a:ea typeface="Didact Gothic"/>
              <a:cs typeface="Didact Gothic"/>
              <a:sym typeface="Didact Gothic"/>
            </a:endParaRPr>
          </a:p>
          <a:p>
            <a:pPr indent="-304800" lvl="0" marL="457200" rtl="0" algn="l">
              <a:lnSpc>
                <a:spcPct val="115000"/>
              </a:lnSpc>
              <a:spcBef>
                <a:spcPts val="1200"/>
              </a:spcBef>
              <a:spcAft>
                <a:spcPts val="0"/>
              </a:spcAft>
              <a:buClr>
                <a:schemeClr val="dk1"/>
              </a:buClr>
              <a:buSzPts val="1200"/>
              <a:buFont typeface="Didact Gothic"/>
              <a:buChar char="●"/>
            </a:pPr>
            <a:r>
              <a:rPr lang="en" sz="1200">
                <a:solidFill>
                  <a:schemeClr val="dk1"/>
                </a:solidFill>
                <a:latin typeface="Didact Gothic"/>
                <a:ea typeface="Didact Gothic"/>
                <a:cs typeface="Didact Gothic"/>
                <a:sym typeface="Didact Gothic"/>
              </a:rPr>
              <a:t>A small microcontroller, such as an Arduino Nano (can also use ESP32) can be used to process the data from the flow sensor. </a:t>
            </a:r>
            <a:endParaRPr sz="1300">
              <a:solidFill>
                <a:schemeClr val="dk1"/>
              </a:solidFill>
              <a:latin typeface="Didact Gothic"/>
              <a:ea typeface="Didact Gothic"/>
              <a:cs typeface="Didact Gothic"/>
              <a:sym typeface="Didact Gothic"/>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8d8eb7e089_1_18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8d8eb7e089_1_18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f009bad51e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f009bad51e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944050"/>
            <a:ext cx="4108800" cy="25950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200">
                <a:latin typeface="Paytone One"/>
                <a:ea typeface="Paytone One"/>
                <a:cs typeface="Paytone One"/>
                <a:sym typeface="Paytone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13225" y="3484250"/>
            <a:ext cx="3153600" cy="71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flipH="1">
            <a:off x="4620004" y="1449375"/>
            <a:ext cx="4523996"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rot="10800000">
            <a:off x="-664325" y="-382274"/>
            <a:ext cx="5051931" cy="1916699"/>
          </a:xfrm>
          <a:custGeom>
            <a:rect b="b" l="l" r="r" t="t"/>
            <a:pathLst>
              <a:path extrusionOk="0" h="26409" w="69605">
                <a:moveTo>
                  <a:pt x="4552" y="1"/>
                </a:moveTo>
                <a:cubicBezTo>
                  <a:pt x="3035" y="1"/>
                  <a:pt x="1492" y="203"/>
                  <a:pt x="1" y="536"/>
                </a:cubicBezTo>
                <a:lnTo>
                  <a:pt x="1" y="26408"/>
                </a:lnTo>
                <a:lnTo>
                  <a:pt x="69605" y="26408"/>
                </a:lnTo>
                <a:cubicBezTo>
                  <a:pt x="69450" y="25789"/>
                  <a:pt x="69248" y="25194"/>
                  <a:pt x="69021" y="24622"/>
                </a:cubicBezTo>
                <a:cubicBezTo>
                  <a:pt x="66759" y="19205"/>
                  <a:pt x="61390" y="15550"/>
                  <a:pt x="55698" y="14109"/>
                </a:cubicBezTo>
                <a:cubicBezTo>
                  <a:pt x="53140" y="13459"/>
                  <a:pt x="50513" y="13202"/>
                  <a:pt x="47869" y="13202"/>
                </a:cubicBezTo>
                <a:cubicBezTo>
                  <a:pt x="44656" y="13202"/>
                  <a:pt x="41418" y="13581"/>
                  <a:pt x="38244" y="14097"/>
                </a:cubicBezTo>
                <a:cubicBezTo>
                  <a:pt x="35155" y="14599"/>
                  <a:pt x="32056" y="15220"/>
                  <a:pt x="28945" y="15220"/>
                </a:cubicBezTo>
                <a:cubicBezTo>
                  <a:pt x="28806" y="15220"/>
                  <a:pt x="28667" y="15219"/>
                  <a:pt x="28528" y="15217"/>
                </a:cubicBezTo>
                <a:cubicBezTo>
                  <a:pt x="25254" y="15157"/>
                  <a:pt x="21885" y="14288"/>
                  <a:pt x="19444" y="12121"/>
                </a:cubicBezTo>
                <a:cubicBezTo>
                  <a:pt x="16336" y="9347"/>
                  <a:pt x="15134" y="4858"/>
                  <a:pt x="11871" y="2263"/>
                </a:cubicBezTo>
                <a:cubicBezTo>
                  <a:pt x="9793" y="624"/>
                  <a:pt x="7213" y="1"/>
                  <a:pt x="4552"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385775" y="13759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rot="10800000">
            <a:off x="5824200" y="-1585980"/>
            <a:ext cx="2509916" cy="2514105"/>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idx="1" type="subTitle"/>
          </p:nvPr>
        </p:nvSpPr>
        <p:spPr>
          <a:xfrm flipH="1">
            <a:off x="713225" y="3131500"/>
            <a:ext cx="3184500" cy="6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800">
                <a:solidFill>
                  <a:schemeClr val="dk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7" name="Google Shape;17;p3"/>
          <p:cNvSpPr txBox="1"/>
          <p:nvPr>
            <p:ph type="title"/>
          </p:nvPr>
        </p:nvSpPr>
        <p:spPr>
          <a:xfrm flipH="1">
            <a:off x="713225" y="2344881"/>
            <a:ext cx="4380600" cy="8157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9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 name="Google Shape;18;p3"/>
          <p:cNvSpPr txBox="1"/>
          <p:nvPr>
            <p:ph hasCustomPrompt="1" idx="2" type="title"/>
          </p:nvPr>
        </p:nvSpPr>
        <p:spPr>
          <a:xfrm flipH="1">
            <a:off x="713225" y="1323197"/>
            <a:ext cx="2590200" cy="1014900"/>
          </a:xfrm>
          <a:prstGeom prst="rect">
            <a:avLst/>
          </a:prstGeom>
        </p:spPr>
        <p:txBody>
          <a:bodyPr anchorCtr="0" anchor="ctr" bIns="91425" lIns="91425" spcFirstLastPara="1" rIns="91425" wrap="square" tIns="91425">
            <a:noAutofit/>
          </a:bodyPr>
          <a:lstStyle>
            <a:lvl1pPr lvl="0" rtl="0">
              <a:spcBef>
                <a:spcPts val="0"/>
              </a:spcBef>
              <a:spcAft>
                <a:spcPts val="0"/>
              </a:spcAft>
              <a:buSzPts val="8900"/>
              <a:buNone/>
              <a:defRPr sz="8000">
                <a:solidFill>
                  <a:schemeClr val="accent2"/>
                </a:solidFill>
              </a:defRPr>
            </a:lvl1pPr>
            <a:lvl2pPr lvl="1" rtl="0">
              <a:spcBef>
                <a:spcPts val="0"/>
              </a:spcBef>
              <a:spcAft>
                <a:spcPts val="0"/>
              </a:spcAft>
              <a:buSzPts val="8900"/>
              <a:buNone/>
              <a:defRPr sz="8900"/>
            </a:lvl2pPr>
            <a:lvl3pPr lvl="2" rtl="0">
              <a:spcBef>
                <a:spcPts val="0"/>
              </a:spcBef>
              <a:spcAft>
                <a:spcPts val="0"/>
              </a:spcAft>
              <a:buSzPts val="8900"/>
              <a:buNone/>
              <a:defRPr sz="8900"/>
            </a:lvl3pPr>
            <a:lvl4pPr lvl="3" rtl="0">
              <a:spcBef>
                <a:spcPts val="0"/>
              </a:spcBef>
              <a:spcAft>
                <a:spcPts val="0"/>
              </a:spcAft>
              <a:buSzPts val="8900"/>
              <a:buNone/>
              <a:defRPr sz="8900"/>
            </a:lvl4pPr>
            <a:lvl5pPr lvl="4" rtl="0">
              <a:spcBef>
                <a:spcPts val="0"/>
              </a:spcBef>
              <a:spcAft>
                <a:spcPts val="0"/>
              </a:spcAft>
              <a:buSzPts val="8900"/>
              <a:buNone/>
              <a:defRPr sz="8900"/>
            </a:lvl5pPr>
            <a:lvl6pPr lvl="5" rtl="0">
              <a:spcBef>
                <a:spcPts val="0"/>
              </a:spcBef>
              <a:spcAft>
                <a:spcPts val="0"/>
              </a:spcAft>
              <a:buSzPts val="8900"/>
              <a:buNone/>
              <a:defRPr sz="8900"/>
            </a:lvl6pPr>
            <a:lvl7pPr lvl="6" rtl="0">
              <a:spcBef>
                <a:spcPts val="0"/>
              </a:spcBef>
              <a:spcAft>
                <a:spcPts val="0"/>
              </a:spcAft>
              <a:buSzPts val="8900"/>
              <a:buNone/>
              <a:defRPr sz="8900"/>
            </a:lvl7pPr>
            <a:lvl8pPr lvl="7" rtl="0">
              <a:spcBef>
                <a:spcPts val="0"/>
              </a:spcBef>
              <a:spcAft>
                <a:spcPts val="0"/>
              </a:spcAft>
              <a:buSzPts val="8900"/>
              <a:buNone/>
              <a:defRPr sz="8900"/>
            </a:lvl8pPr>
            <a:lvl9pPr lvl="8" rtl="0">
              <a:spcBef>
                <a:spcPts val="0"/>
              </a:spcBef>
              <a:spcAft>
                <a:spcPts val="0"/>
              </a:spcAft>
              <a:buSzPts val="8900"/>
              <a:buNone/>
              <a:defRPr sz="8900"/>
            </a:lvl9pPr>
          </a:lstStyle>
          <a:p>
            <a:r>
              <a:t>xx%</a:t>
            </a:r>
          </a:p>
        </p:txBody>
      </p:sp>
      <p:sp>
        <p:nvSpPr>
          <p:cNvPr id="19" name="Google Shape;19;p3"/>
          <p:cNvSpPr/>
          <p:nvPr/>
        </p:nvSpPr>
        <p:spPr>
          <a:xfrm flipH="1">
            <a:off x="4374497" y="1449375"/>
            <a:ext cx="4834303"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rot="10800000">
            <a:off x="-823350" y="-527079"/>
            <a:ext cx="5051931" cy="2865178"/>
          </a:xfrm>
          <a:custGeom>
            <a:rect b="b" l="l" r="r" t="t"/>
            <a:pathLst>
              <a:path extrusionOk="0" h="26409" w="69605">
                <a:moveTo>
                  <a:pt x="4552" y="1"/>
                </a:moveTo>
                <a:cubicBezTo>
                  <a:pt x="3035" y="1"/>
                  <a:pt x="1492" y="203"/>
                  <a:pt x="1" y="536"/>
                </a:cubicBezTo>
                <a:lnTo>
                  <a:pt x="1" y="26408"/>
                </a:lnTo>
                <a:lnTo>
                  <a:pt x="69605" y="26408"/>
                </a:lnTo>
                <a:cubicBezTo>
                  <a:pt x="69450" y="25789"/>
                  <a:pt x="69248" y="25194"/>
                  <a:pt x="69021" y="24622"/>
                </a:cubicBezTo>
                <a:cubicBezTo>
                  <a:pt x="66759" y="19205"/>
                  <a:pt x="61390" y="15550"/>
                  <a:pt x="55698" y="14109"/>
                </a:cubicBezTo>
                <a:cubicBezTo>
                  <a:pt x="53140" y="13459"/>
                  <a:pt x="50513" y="13202"/>
                  <a:pt x="47869" y="13202"/>
                </a:cubicBezTo>
                <a:cubicBezTo>
                  <a:pt x="44656" y="13202"/>
                  <a:pt x="41418" y="13581"/>
                  <a:pt x="38244" y="14097"/>
                </a:cubicBezTo>
                <a:cubicBezTo>
                  <a:pt x="35155" y="14599"/>
                  <a:pt x="32056" y="15220"/>
                  <a:pt x="28945" y="15220"/>
                </a:cubicBezTo>
                <a:cubicBezTo>
                  <a:pt x="28806" y="15220"/>
                  <a:pt x="28667" y="15219"/>
                  <a:pt x="28528" y="15217"/>
                </a:cubicBezTo>
                <a:cubicBezTo>
                  <a:pt x="25254" y="15157"/>
                  <a:pt x="21885" y="14288"/>
                  <a:pt x="19444" y="12121"/>
                </a:cubicBezTo>
                <a:cubicBezTo>
                  <a:pt x="16336" y="9347"/>
                  <a:pt x="15134" y="4858"/>
                  <a:pt x="11871" y="2263"/>
                </a:cubicBezTo>
                <a:cubicBezTo>
                  <a:pt x="9793" y="624"/>
                  <a:pt x="7213" y="1"/>
                  <a:pt x="4552"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a:off x="8293688" y="10340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3046313" y="44800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4337675" y="445025"/>
            <a:ext cx="4089900" cy="1250100"/>
          </a:xfrm>
          <a:prstGeom prst="rect">
            <a:avLst/>
          </a:prstGeom>
        </p:spPr>
        <p:txBody>
          <a:bodyPr anchorCtr="0" anchor="t" bIns="91425" lIns="91425" spcFirstLastPara="1" rIns="91425" wrap="square" tIns="91425">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5" name="Google Shape;25;p4"/>
          <p:cNvSpPr txBox="1"/>
          <p:nvPr>
            <p:ph idx="1" type="body"/>
          </p:nvPr>
        </p:nvSpPr>
        <p:spPr>
          <a:xfrm>
            <a:off x="4337675" y="2045675"/>
            <a:ext cx="4089900" cy="2103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Clr>
                <a:schemeClr val="lt2"/>
              </a:buClr>
              <a:buSzPts val="1600"/>
              <a:buFont typeface="Nunito Light"/>
              <a:buChar char="●"/>
              <a:defRPr/>
            </a:lvl1pPr>
            <a:lvl2pPr indent="-330200" lvl="1" marL="914400">
              <a:spcBef>
                <a:spcPts val="0"/>
              </a:spcBef>
              <a:spcAft>
                <a:spcPts val="0"/>
              </a:spcAft>
              <a:buSzPts val="1600"/>
              <a:buFont typeface="Nunito Light"/>
              <a:buChar char="○"/>
              <a:defRPr/>
            </a:lvl2pPr>
            <a:lvl3pPr indent="-323850" lvl="2" marL="1371600">
              <a:spcBef>
                <a:spcPts val="0"/>
              </a:spcBef>
              <a:spcAft>
                <a:spcPts val="0"/>
              </a:spcAft>
              <a:buSzPts val="1500"/>
              <a:buFont typeface="Nunito Light"/>
              <a:buChar char="■"/>
              <a:defRPr/>
            </a:lvl3pPr>
            <a:lvl4pPr indent="-323850" lvl="3" marL="1828800">
              <a:spcBef>
                <a:spcPts val="0"/>
              </a:spcBef>
              <a:spcAft>
                <a:spcPts val="0"/>
              </a:spcAft>
              <a:buSzPts val="1500"/>
              <a:buFont typeface="Nunito Light"/>
              <a:buChar char="●"/>
              <a:defRPr/>
            </a:lvl4pPr>
            <a:lvl5pPr indent="-317500" lvl="4" marL="2286000">
              <a:spcBef>
                <a:spcPts val="0"/>
              </a:spcBef>
              <a:spcAft>
                <a:spcPts val="0"/>
              </a:spcAft>
              <a:buSzPts val="1400"/>
              <a:buFont typeface="Nunito Light"/>
              <a:buChar char="○"/>
              <a:defRPr/>
            </a:lvl5pPr>
            <a:lvl6pPr indent="-317500" lvl="5" marL="2743200">
              <a:spcBef>
                <a:spcPts val="0"/>
              </a:spcBef>
              <a:spcAft>
                <a:spcPts val="0"/>
              </a:spcAft>
              <a:buSzPts val="1400"/>
              <a:buFont typeface="Nunito Light"/>
              <a:buChar char="■"/>
              <a:defRPr/>
            </a:lvl6pPr>
            <a:lvl7pPr indent="-311150" lvl="6" marL="3200400">
              <a:spcBef>
                <a:spcPts val="0"/>
              </a:spcBef>
              <a:spcAft>
                <a:spcPts val="0"/>
              </a:spcAft>
              <a:buSzPts val="1300"/>
              <a:buFont typeface="Nunito Light"/>
              <a:buChar char="●"/>
              <a:defRPr/>
            </a:lvl7pPr>
            <a:lvl8pPr indent="-311150" lvl="7" marL="3657600">
              <a:spcBef>
                <a:spcPts val="0"/>
              </a:spcBef>
              <a:spcAft>
                <a:spcPts val="0"/>
              </a:spcAft>
              <a:buSzPts val="1300"/>
              <a:buFont typeface="Nunito Light"/>
              <a:buChar char="○"/>
              <a:defRPr/>
            </a:lvl8pPr>
            <a:lvl9pPr indent="-317500" lvl="8" marL="4114800">
              <a:spcBef>
                <a:spcPts val="0"/>
              </a:spcBef>
              <a:spcAft>
                <a:spcPts val="0"/>
              </a:spcAft>
              <a:buSzPts val="1400"/>
              <a:buFont typeface="Nunito Light"/>
              <a:buChar char="■"/>
              <a:defRPr/>
            </a:lvl9pPr>
          </a:lstStyle>
          <a:p/>
        </p:txBody>
      </p:sp>
      <p:sp>
        <p:nvSpPr>
          <p:cNvPr id="26" name="Google Shape;26;p4"/>
          <p:cNvSpPr/>
          <p:nvPr/>
        </p:nvSpPr>
        <p:spPr>
          <a:xfrm>
            <a:off x="-376075" y="1501637"/>
            <a:ext cx="4834303"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10800000">
            <a:off x="4888919" y="-670374"/>
            <a:ext cx="5051931" cy="1916699"/>
          </a:xfrm>
          <a:custGeom>
            <a:rect b="b" l="l" r="r" t="t"/>
            <a:pathLst>
              <a:path extrusionOk="0" h="26409" w="69605">
                <a:moveTo>
                  <a:pt x="4552" y="1"/>
                </a:moveTo>
                <a:cubicBezTo>
                  <a:pt x="3035" y="1"/>
                  <a:pt x="1492" y="203"/>
                  <a:pt x="1" y="536"/>
                </a:cubicBezTo>
                <a:lnTo>
                  <a:pt x="1" y="26408"/>
                </a:lnTo>
                <a:lnTo>
                  <a:pt x="69605" y="26408"/>
                </a:lnTo>
                <a:cubicBezTo>
                  <a:pt x="69450" y="25789"/>
                  <a:pt x="69248" y="25194"/>
                  <a:pt x="69021" y="24622"/>
                </a:cubicBezTo>
                <a:cubicBezTo>
                  <a:pt x="66759" y="19205"/>
                  <a:pt x="61390" y="15550"/>
                  <a:pt x="55698" y="14109"/>
                </a:cubicBezTo>
                <a:cubicBezTo>
                  <a:pt x="53140" y="13459"/>
                  <a:pt x="50513" y="13202"/>
                  <a:pt x="47869" y="13202"/>
                </a:cubicBezTo>
                <a:cubicBezTo>
                  <a:pt x="44656" y="13202"/>
                  <a:pt x="41418" y="13581"/>
                  <a:pt x="38244" y="14097"/>
                </a:cubicBezTo>
                <a:cubicBezTo>
                  <a:pt x="35155" y="14599"/>
                  <a:pt x="32056" y="15220"/>
                  <a:pt x="28945" y="15220"/>
                </a:cubicBezTo>
                <a:cubicBezTo>
                  <a:pt x="28806" y="15220"/>
                  <a:pt x="28667" y="15219"/>
                  <a:pt x="28528" y="15217"/>
                </a:cubicBezTo>
                <a:cubicBezTo>
                  <a:pt x="25254" y="15157"/>
                  <a:pt x="21885" y="14288"/>
                  <a:pt x="19444" y="12121"/>
                </a:cubicBezTo>
                <a:cubicBezTo>
                  <a:pt x="16336" y="9347"/>
                  <a:pt x="15134" y="4858"/>
                  <a:pt x="11871" y="2263"/>
                </a:cubicBezTo>
                <a:cubicBezTo>
                  <a:pt x="9793" y="624"/>
                  <a:pt x="7213" y="1"/>
                  <a:pt x="4552"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flipH="1" rot="-10364227">
            <a:off x="5411122" y="4386023"/>
            <a:ext cx="2505802" cy="259544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86588" y="10708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8578563" y="42380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33" name="Google Shape;33;p5"/>
          <p:cNvSpPr txBox="1"/>
          <p:nvPr>
            <p:ph idx="1" type="subTitle"/>
          </p:nvPr>
        </p:nvSpPr>
        <p:spPr>
          <a:xfrm>
            <a:off x="1073800" y="1762275"/>
            <a:ext cx="3274200" cy="2195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500"/>
              <a:buNone/>
              <a:defRPr sz="1500">
                <a:solidFill>
                  <a:schemeClr val="dk1"/>
                </a:solidFill>
              </a:defRPr>
            </a:lvl1pPr>
            <a:lvl2pPr lvl="1" rtl="0" algn="ctr">
              <a:spcBef>
                <a:spcPts val="0"/>
              </a:spcBef>
              <a:spcAft>
                <a:spcPts val="0"/>
              </a:spcAft>
              <a:buClr>
                <a:schemeClr val="dk1"/>
              </a:buClr>
              <a:buSzPts val="1500"/>
              <a:buNone/>
              <a:defRPr sz="1500">
                <a:solidFill>
                  <a:schemeClr val="dk1"/>
                </a:solidFill>
              </a:defRPr>
            </a:lvl2pPr>
            <a:lvl3pPr lvl="2" rtl="0" algn="ctr">
              <a:spcBef>
                <a:spcPts val="0"/>
              </a:spcBef>
              <a:spcAft>
                <a:spcPts val="0"/>
              </a:spcAft>
              <a:buClr>
                <a:schemeClr val="dk1"/>
              </a:buClr>
              <a:buSzPts val="1500"/>
              <a:buNone/>
              <a:defRPr sz="1500">
                <a:solidFill>
                  <a:schemeClr val="dk1"/>
                </a:solidFill>
              </a:defRPr>
            </a:lvl3pPr>
            <a:lvl4pPr lvl="3" rtl="0" algn="ctr">
              <a:spcBef>
                <a:spcPts val="0"/>
              </a:spcBef>
              <a:spcAft>
                <a:spcPts val="0"/>
              </a:spcAft>
              <a:buClr>
                <a:schemeClr val="dk1"/>
              </a:buClr>
              <a:buSzPts val="1500"/>
              <a:buNone/>
              <a:defRPr sz="1500">
                <a:solidFill>
                  <a:schemeClr val="dk1"/>
                </a:solidFill>
              </a:defRPr>
            </a:lvl4pPr>
            <a:lvl5pPr lvl="4" rtl="0" algn="ctr">
              <a:spcBef>
                <a:spcPts val="0"/>
              </a:spcBef>
              <a:spcAft>
                <a:spcPts val="0"/>
              </a:spcAft>
              <a:buClr>
                <a:schemeClr val="dk1"/>
              </a:buClr>
              <a:buSzPts val="1500"/>
              <a:buNone/>
              <a:defRPr sz="1500">
                <a:solidFill>
                  <a:schemeClr val="dk1"/>
                </a:solidFill>
              </a:defRPr>
            </a:lvl5pPr>
            <a:lvl6pPr lvl="5" rtl="0" algn="ctr">
              <a:spcBef>
                <a:spcPts val="0"/>
              </a:spcBef>
              <a:spcAft>
                <a:spcPts val="0"/>
              </a:spcAft>
              <a:buClr>
                <a:schemeClr val="dk1"/>
              </a:buClr>
              <a:buSzPts val="1500"/>
              <a:buNone/>
              <a:defRPr sz="1500">
                <a:solidFill>
                  <a:schemeClr val="dk1"/>
                </a:solidFill>
              </a:defRPr>
            </a:lvl6pPr>
            <a:lvl7pPr lvl="6" rtl="0" algn="ctr">
              <a:spcBef>
                <a:spcPts val="0"/>
              </a:spcBef>
              <a:spcAft>
                <a:spcPts val="0"/>
              </a:spcAft>
              <a:buClr>
                <a:schemeClr val="dk1"/>
              </a:buClr>
              <a:buSzPts val="1500"/>
              <a:buNone/>
              <a:defRPr sz="1500">
                <a:solidFill>
                  <a:schemeClr val="dk1"/>
                </a:solidFill>
              </a:defRPr>
            </a:lvl7pPr>
            <a:lvl8pPr lvl="7" rtl="0" algn="ctr">
              <a:spcBef>
                <a:spcPts val="0"/>
              </a:spcBef>
              <a:spcAft>
                <a:spcPts val="0"/>
              </a:spcAft>
              <a:buClr>
                <a:schemeClr val="dk1"/>
              </a:buClr>
              <a:buSzPts val="1500"/>
              <a:buNone/>
              <a:defRPr sz="1500">
                <a:solidFill>
                  <a:schemeClr val="dk1"/>
                </a:solidFill>
              </a:defRPr>
            </a:lvl8pPr>
            <a:lvl9pPr lvl="8" rtl="0" algn="ctr">
              <a:spcBef>
                <a:spcPts val="0"/>
              </a:spcBef>
              <a:spcAft>
                <a:spcPts val="0"/>
              </a:spcAft>
              <a:buClr>
                <a:schemeClr val="dk1"/>
              </a:buClr>
              <a:buSzPts val="1500"/>
              <a:buNone/>
              <a:defRPr sz="1500">
                <a:solidFill>
                  <a:schemeClr val="dk1"/>
                </a:solidFill>
              </a:defRPr>
            </a:lvl9pPr>
          </a:lstStyle>
          <a:p/>
        </p:txBody>
      </p:sp>
      <p:sp>
        <p:nvSpPr>
          <p:cNvPr id="34" name="Google Shape;34;p5"/>
          <p:cNvSpPr txBox="1"/>
          <p:nvPr>
            <p:ph idx="2" type="subTitle"/>
          </p:nvPr>
        </p:nvSpPr>
        <p:spPr>
          <a:xfrm>
            <a:off x="4796000" y="1762275"/>
            <a:ext cx="3274200" cy="2195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500"/>
              <a:buNone/>
              <a:defRPr sz="1500">
                <a:solidFill>
                  <a:schemeClr val="dk1"/>
                </a:solidFill>
              </a:defRPr>
            </a:lvl1pPr>
            <a:lvl2pPr lvl="1" rtl="0" algn="ctr">
              <a:spcBef>
                <a:spcPts val="0"/>
              </a:spcBef>
              <a:spcAft>
                <a:spcPts val="0"/>
              </a:spcAft>
              <a:buClr>
                <a:schemeClr val="dk1"/>
              </a:buClr>
              <a:buSzPts val="1500"/>
              <a:buNone/>
              <a:defRPr sz="1500">
                <a:solidFill>
                  <a:schemeClr val="dk1"/>
                </a:solidFill>
              </a:defRPr>
            </a:lvl2pPr>
            <a:lvl3pPr lvl="2" rtl="0" algn="ctr">
              <a:spcBef>
                <a:spcPts val="0"/>
              </a:spcBef>
              <a:spcAft>
                <a:spcPts val="0"/>
              </a:spcAft>
              <a:buClr>
                <a:schemeClr val="dk1"/>
              </a:buClr>
              <a:buSzPts val="1500"/>
              <a:buNone/>
              <a:defRPr sz="1500">
                <a:solidFill>
                  <a:schemeClr val="dk1"/>
                </a:solidFill>
              </a:defRPr>
            </a:lvl3pPr>
            <a:lvl4pPr lvl="3" rtl="0" algn="ctr">
              <a:spcBef>
                <a:spcPts val="0"/>
              </a:spcBef>
              <a:spcAft>
                <a:spcPts val="0"/>
              </a:spcAft>
              <a:buClr>
                <a:schemeClr val="dk1"/>
              </a:buClr>
              <a:buSzPts val="1500"/>
              <a:buNone/>
              <a:defRPr sz="1500">
                <a:solidFill>
                  <a:schemeClr val="dk1"/>
                </a:solidFill>
              </a:defRPr>
            </a:lvl4pPr>
            <a:lvl5pPr lvl="4" rtl="0" algn="ctr">
              <a:spcBef>
                <a:spcPts val="0"/>
              </a:spcBef>
              <a:spcAft>
                <a:spcPts val="0"/>
              </a:spcAft>
              <a:buClr>
                <a:schemeClr val="dk1"/>
              </a:buClr>
              <a:buSzPts val="1500"/>
              <a:buNone/>
              <a:defRPr sz="1500">
                <a:solidFill>
                  <a:schemeClr val="dk1"/>
                </a:solidFill>
              </a:defRPr>
            </a:lvl5pPr>
            <a:lvl6pPr lvl="5" rtl="0" algn="ctr">
              <a:spcBef>
                <a:spcPts val="0"/>
              </a:spcBef>
              <a:spcAft>
                <a:spcPts val="0"/>
              </a:spcAft>
              <a:buClr>
                <a:schemeClr val="dk1"/>
              </a:buClr>
              <a:buSzPts val="1500"/>
              <a:buNone/>
              <a:defRPr sz="1500">
                <a:solidFill>
                  <a:schemeClr val="dk1"/>
                </a:solidFill>
              </a:defRPr>
            </a:lvl6pPr>
            <a:lvl7pPr lvl="6" rtl="0" algn="ctr">
              <a:spcBef>
                <a:spcPts val="0"/>
              </a:spcBef>
              <a:spcAft>
                <a:spcPts val="0"/>
              </a:spcAft>
              <a:buClr>
                <a:schemeClr val="dk1"/>
              </a:buClr>
              <a:buSzPts val="1500"/>
              <a:buNone/>
              <a:defRPr sz="1500">
                <a:solidFill>
                  <a:schemeClr val="dk1"/>
                </a:solidFill>
              </a:defRPr>
            </a:lvl7pPr>
            <a:lvl8pPr lvl="7" rtl="0" algn="ctr">
              <a:spcBef>
                <a:spcPts val="0"/>
              </a:spcBef>
              <a:spcAft>
                <a:spcPts val="0"/>
              </a:spcAft>
              <a:buClr>
                <a:schemeClr val="dk1"/>
              </a:buClr>
              <a:buSzPts val="1500"/>
              <a:buNone/>
              <a:defRPr sz="1500">
                <a:solidFill>
                  <a:schemeClr val="dk1"/>
                </a:solidFill>
              </a:defRPr>
            </a:lvl8pPr>
            <a:lvl9pPr lvl="8" rtl="0" algn="ctr">
              <a:spcBef>
                <a:spcPts val="0"/>
              </a:spcBef>
              <a:spcAft>
                <a:spcPts val="0"/>
              </a:spcAft>
              <a:buClr>
                <a:schemeClr val="dk1"/>
              </a:buClr>
              <a:buSzPts val="1500"/>
              <a:buNone/>
              <a:defRPr sz="1500">
                <a:solidFill>
                  <a:schemeClr val="dk1"/>
                </a:solidFill>
              </a:defRPr>
            </a:lvl9pPr>
          </a:lstStyle>
          <a:p/>
        </p:txBody>
      </p:sp>
      <p:sp>
        <p:nvSpPr>
          <p:cNvPr id="35" name="Google Shape;35;p5"/>
          <p:cNvSpPr/>
          <p:nvPr/>
        </p:nvSpPr>
        <p:spPr>
          <a:xfrm flipH="1">
            <a:off x="-442375" y="-205400"/>
            <a:ext cx="2898525"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flipH="1">
            <a:off x="4472115" y="2315351"/>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flipH="1" rot="-3571812">
            <a:off x="-1292173" y="3310840"/>
            <a:ext cx="2505804" cy="259544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532313" y="24432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flipH="1" rot="-5400000">
            <a:off x="7886492" y="-788347"/>
            <a:ext cx="2505818" cy="259543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700"/>
              <a:buNone/>
              <a:defRPr sz="3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2" name="Google Shape;42;p6"/>
          <p:cNvSpPr/>
          <p:nvPr/>
        </p:nvSpPr>
        <p:spPr>
          <a:xfrm>
            <a:off x="-1006179" y="2365899"/>
            <a:ext cx="4225413" cy="2914573"/>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a:off x="6279253" y="-405825"/>
            <a:ext cx="3331997"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8786188" y="24432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69138" y="10297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rot="-4405719">
            <a:off x="-1549434" y="-1451616"/>
            <a:ext cx="2436187" cy="244022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txBox="1"/>
          <p:nvPr>
            <p:ph type="title"/>
          </p:nvPr>
        </p:nvSpPr>
        <p:spPr>
          <a:xfrm>
            <a:off x="720000" y="948450"/>
            <a:ext cx="3191700" cy="1955400"/>
          </a:xfrm>
          <a:prstGeom prst="rect">
            <a:avLst/>
          </a:prstGeom>
        </p:spPr>
        <p:txBody>
          <a:bodyPr anchorCtr="0" anchor="t" bIns="91425" lIns="91425" spcFirstLastPara="1" rIns="91425" wrap="square" tIns="91425">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49" name="Google Shape;49;p7"/>
          <p:cNvSpPr txBox="1"/>
          <p:nvPr>
            <p:ph idx="1" type="subTitle"/>
          </p:nvPr>
        </p:nvSpPr>
        <p:spPr>
          <a:xfrm>
            <a:off x="720000" y="2763075"/>
            <a:ext cx="3485100" cy="1291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8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50" name="Google Shape;50;p7"/>
          <p:cNvSpPr/>
          <p:nvPr>
            <p:ph idx="2" type="pic"/>
          </p:nvPr>
        </p:nvSpPr>
        <p:spPr>
          <a:xfrm>
            <a:off x="4572000" y="634500"/>
            <a:ext cx="3979200" cy="3874500"/>
          </a:xfrm>
          <a:prstGeom prst="ellipse">
            <a:avLst/>
          </a:prstGeom>
          <a:noFill/>
          <a:ln>
            <a:noFill/>
          </a:ln>
        </p:spPr>
      </p:sp>
      <p:sp>
        <p:nvSpPr>
          <p:cNvPr id="51" name="Google Shape;51;p7"/>
          <p:cNvSpPr/>
          <p:nvPr/>
        </p:nvSpPr>
        <p:spPr>
          <a:xfrm>
            <a:off x="-1156200" y="1613950"/>
            <a:ext cx="4445046"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rot="10800000">
            <a:off x="5396663" y="-6450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rot="-4405733">
            <a:off x="1504160" y="-2056213"/>
            <a:ext cx="2940346" cy="294522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a:off x="965663" y="3671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8"/>
          <p:cNvSpPr txBox="1"/>
          <p:nvPr>
            <p:ph type="title"/>
          </p:nvPr>
        </p:nvSpPr>
        <p:spPr>
          <a:xfrm>
            <a:off x="1388100" y="1205400"/>
            <a:ext cx="6367800" cy="273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7" name="Google Shape;57;p8"/>
          <p:cNvSpPr/>
          <p:nvPr/>
        </p:nvSpPr>
        <p:spPr>
          <a:xfrm flipH="1">
            <a:off x="4294088" y="159300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flipH="1" rot="10800000">
            <a:off x="-957062" y="-16175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rot="-8819378">
            <a:off x="4742017" y="-1915437"/>
            <a:ext cx="294034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8"/>
          <p:cNvSpPr/>
          <p:nvPr/>
        </p:nvSpPr>
        <p:spPr>
          <a:xfrm>
            <a:off x="8053738" y="4475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txBox="1"/>
          <p:nvPr>
            <p:ph type="title"/>
          </p:nvPr>
        </p:nvSpPr>
        <p:spPr>
          <a:xfrm>
            <a:off x="2484600" y="1491713"/>
            <a:ext cx="4174800" cy="70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484600" y="2053088"/>
            <a:ext cx="4174800" cy="1598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p:nvPr/>
        </p:nvSpPr>
        <p:spPr>
          <a:xfrm>
            <a:off x="4957270" y="-7620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a:off x="-320379" y="2289699"/>
            <a:ext cx="4225413" cy="2914573"/>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flipH="1" rot="10800000">
            <a:off x="391788" y="-1392674"/>
            <a:ext cx="2505818" cy="259543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2352688" y="51513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0"/>
          <p:cNvSpPr txBox="1"/>
          <p:nvPr>
            <p:ph type="title"/>
          </p:nvPr>
        </p:nvSpPr>
        <p:spPr>
          <a:xfrm>
            <a:off x="713225" y="445025"/>
            <a:ext cx="2669100" cy="25158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70" name="Google Shape;70;p10"/>
          <p:cNvSpPr/>
          <p:nvPr/>
        </p:nvSpPr>
        <p:spPr>
          <a:xfrm flipH="1" rot="10800000">
            <a:off x="-957062" y="-8555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0"/>
          <p:cNvSpPr/>
          <p:nvPr/>
        </p:nvSpPr>
        <p:spPr>
          <a:xfrm flipH="1">
            <a:off x="4704713" y="171185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0"/>
          <p:cNvSpPr/>
          <p:nvPr/>
        </p:nvSpPr>
        <p:spPr>
          <a:xfrm>
            <a:off x="584663" y="343038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11"/>
          <p:cNvSpPr txBox="1"/>
          <p:nvPr>
            <p:ph hasCustomPrompt="1" type="title"/>
          </p:nvPr>
        </p:nvSpPr>
        <p:spPr>
          <a:xfrm>
            <a:off x="713225" y="1382713"/>
            <a:ext cx="4149300" cy="1675800"/>
          </a:xfrm>
          <a:prstGeom prst="rect">
            <a:avLst/>
          </a:prstGeom>
        </p:spPr>
        <p:txBody>
          <a:bodyPr anchorCtr="0" anchor="ctr" bIns="91425" lIns="91425" spcFirstLastPara="1" rIns="91425" wrap="square" tIns="91425">
            <a:noAutofit/>
          </a:bodyPr>
          <a:lstStyle>
            <a:lvl1pPr lvl="0">
              <a:spcBef>
                <a:spcPts val="0"/>
              </a:spcBef>
              <a:spcAft>
                <a:spcPts val="0"/>
              </a:spcAft>
              <a:buSzPts val="12000"/>
              <a:buNone/>
              <a:defRPr sz="109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5" name="Google Shape;75;p11"/>
          <p:cNvSpPr txBox="1"/>
          <p:nvPr>
            <p:ph idx="1" type="subTitle"/>
          </p:nvPr>
        </p:nvSpPr>
        <p:spPr>
          <a:xfrm>
            <a:off x="713225" y="2982888"/>
            <a:ext cx="3328200" cy="777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76" name="Google Shape;76;p11"/>
          <p:cNvSpPr/>
          <p:nvPr/>
        </p:nvSpPr>
        <p:spPr>
          <a:xfrm>
            <a:off x="-1556000" y="2515125"/>
            <a:ext cx="5370471" cy="2736416"/>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4957270" y="-7620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a:off x="584675" y="8763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9" name="Shape 7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80" name="Shape 80"/>
        <p:cNvGrpSpPr/>
        <p:nvPr/>
      </p:nvGrpSpPr>
      <p:grpSpPr>
        <a:xfrm>
          <a:off x="0" y="0"/>
          <a:ext cx="0" cy="0"/>
          <a:chOff x="0" y="0"/>
          <a:chExt cx="0" cy="0"/>
        </a:xfrm>
      </p:grpSpPr>
      <p:sp>
        <p:nvSpPr>
          <p:cNvPr id="81" name="Google Shape;81;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82" name="Google Shape;82;p13"/>
          <p:cNvSpPr txBox="1"/>
          <p:nvPr>
            <p:ph idx="1" type="subTitle"/>
          </p:nvPr>
        </p:nvSpPr>
        <p:spPr>
          <a:xfrm>
            <a:off x="1662038" y="1884329"/>
            <a:ext cx="2268300" cy="48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3" name="Google Shape;83;p13"/>
          <p:cNvSpPr txBox="1"/>
          <p:nvPr>
            <p:ph idx="2" type="subTitle"/>
          </p:nvPr>
        </p:nvSpPr>
        <p:spPr>
          <a:xfrm>
            <a:off x="5213609" y="1884329"/>
            <a:ext cx="2268300" cy="48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4" name="Google Shape;84;p13"/>
          <p:cNvSpPr txBox="1"/>
          <p:nvPr>
            <p:ph idx="3" type="subTitle"/>
          </p:nvPr>
        </p:nvSpPr>
        <p:spPr>
          <a:xfrm>
            <a:off x="1662038" y="3567619"/>
            <a:ext cx="2268300" cy="48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5" name="Google Shape;85;p13"/>
          <p:cNvSpPr txBox="1"/>
          <p:nvPr>
            <p:ph idx="4" type="subTitle"/>
          </p:nvPr>
        </p:nvSpPr>
        <p:spPr>
          <a:xfrm>
            <a:off x="5213609" y="3567619"/>
            <a:ext cx="2268300" cy="48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6" name="Google Shape;86;p13"/>
          <p:cNvSpPr txBox="1"/>
          <p:nvPr>
            <p:ph idx="5" type="subTitle"/>
          </p:nvPr>
        </p:nvSpPr>
        <p:spPr>
          <a:xfrm>
            <a:off x="1662038" y="2229059"/>
            <a:ext cx="2268300" cy="612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87" name="Google Shape;87;p13"/>
          <p:cNvSpPr txBox="1"/>
          <p:nvPr>
            <p:ph idx="6" type="subTitle"/>
          </p:nvPr>
        </p:nvSpPr>
        <p:spPr>
          <a:xfrm>
            <a:off x="5213609" y="2229059"/>
            <a:ext cx="2268300" cy="612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88" name="Google Shape;88;p13"/>
          <p:cNvSpPr txBox="1"/>
          <p:nvPr>
            <p:ph idx="7" type="subTitle"/>
          </p:nvPr>
        </p:nvSpPr>
        <p:spPr>
          <a:xfrm>
            <a:off x="1662038" y="3912350"/>
            <a:ext cx="2268300" cy="612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89" name="Google Shape;89;p13"/>
          <p:cNvSpPr txBox="1"/>
          <p:nvPr>
            <p:ph idx="8" type="subTitle"/>
          </p:nvPr>
        </p:nvSpPr>
        <p:spPr>
          <a:xfrm>
            <a:off x="5213609" y="3912350"/>
            <a:ext cx="2268300" cy="6129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90" name="Google Shape;90;p13"/>
          <p:cNvSpPr txBox="1"/>
          <p:nvPr>
            <p:ph hasCustomPrompt="1" idx="9" type="title"/>
          </p:nvPr>
        </p:nvSpPr>
        <p:spPr>
          <a:xfrm>
            <a:off x="2332688" y="1426936"/>
            <a:ext cx="927000" cy="505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b="0"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91" name="Google Shape;91;p13"/>
          <p:cNvSpPr txBox="1"/>
          <p:nvPr>
            <p:ph hasCustomPrompt="1" idx="13" type="title"/>
          </p:nvPr>
        </p:nvSpPr>
        <p:spPr>
          <a:xfrm>
            <a:off x="5884259" y="1426936"/>
            <a:ext cx="927000" cy="505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b="0"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92" name="Google Shape;92;p13"/>
          <p:cNvSpPr txBox="1"/>
          <p:nvPr>
            <p:ph hasCustomPrompt="1" idx="14" type="title"/>
          </p:nvPr>
        </p:nvSpPr>
        <p:spPr>
          <a:xfrm>
            <a:off x="2332688" y="3138127"/>
            <a:ext cx="927000" cy="477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b="0"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93" name="Google Shape;93;p13"/>
          <p:cNvSpPr txBox="1"/>
          <p:nvPr>
            <p:ph hasCustomPrompt="1" idx="15" type="title"/>
          </p:nvPr>
        </p:nvSpPr>
        <p:spPr>
          <a:xfrm>
            <a:off x="5884259" y="3138127"/>
            <a:ext cx="927000" cy="477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b="0"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94" name="Google Shape;94;p13"/>
          <p:cNvSpPr/>
          <p:nvPr/>
        </p:nvSpPr>
        <p:spPr>
          <a:xfrm flipH="1" rot="10800000">
            <a:off x="-640126" y="-85111"/>
            <a:ext cx="4225413" cy="2914573"/>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flipH="1">
            <a:off x="5808073" y="2353924"/>
            <a:ext cx="3979402" cy="3040926"/>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flipH="1" rot="-971403">
            <a:off x="7859424" y="-748777"/>
            <a:ext cx="2391329" cy="2395321"/>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7669213" y="1490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1">
    <p:spTree>
      <p:nvGrpSpPr>
        <p:cNvPr id="98" name="Shape 98"/>
        <p:cNvGrpSpPr/>
        <p:nvPr/>
      </p:nvGrpSpPr>
      <p:grpSpPr>
        <a:xfrm>
          <a:off x="0" y="0"/>
          <a:ext cx="0" cy="0"/>
          <a:chOff x="0" y="0"/>
          <a:chExt cx="0" cy="0"/>
        </a:xfrm>
      </p:grpSpPr>
      <p:sp>
        <p:nvSpPr>
          <p:cNvPr id="99" name="Google Shape;99;p14"/>
          <p:cNvSpPr txBox="1"/>
          <p:nvPr>
            <p:ph type="title"/>
          </p:nvPr>
        </p:nvSpPr>
        <p:spPr>
          <a:xfrm>
            <a:off x="4362050" y="3434275"/>
            <a:ext cx="4073100" cy="496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None/>
              <a:defRPr sz="2400">
                <a:solidFill>
                  <a:schemeClr val="dk1"/>
                </a:solidFill>
              </a:defRPr>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
        <p:nvSpPr>
          <p:cNvPr id="100" name="Google Shape;100;p14"/>
          <p:cNvSpPr txBox="1"/>
          <p:nvPr>
            <p:ph idx="1" type="subTitle"/>
          </p:nvPr>
        </p:nvSpPr>
        <p:spPr>
          <a:xfrm>
            <a:off x="4362125" y="1185750"/>
            <a:ext cx="4073100" cy="2345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500"/>
              <a:buNone/>
              <a:defRPr sz="2800"/>
            </a:lvl1pPr>
            <a:lvl2pPr lvl="1" rtl="0" algn="r">
              <a:spcBef>
                <a:spcPts val="0"/>
              </a:spcBef>
              <a:spcAft>
                <a:spcPts val="0"/>
              </a:spcAft>
              <a:buSzPts val="1500"/>
              <a:buNone/>
              <a:defRPr/>
            </a:lvl2pPr>
            <a:lvl3pPr lvl="2" rtl="0" algn="r">
              <a:spcBef>
                <a:spcPts val="0"/>
              </a:spcBef>
              <a:spcAft>
                <a:spcPts val="0"/>
              </a:spcAft>
              <a:buSzPts val="1500"/>
              <a:buNone/>
              <a:defRPr/>
            </a:lvl3pPr>
            <a:lvl4pPr lvl="3" rtl="0" algn="r">
              <a:spcBef>
                <a:spcPts val="0"/>
              </a:spcBef>
              <a:spcAft>
                <a:spcPts val="0"/>
              </a:spcAft>
              <a:buSzPts val="1500"/>
              <a:buNone/>
              <a:defRPr/>
            </a:lvl4pPr>
            <a:lvl5pPr lvl="4" rtl="0" algn="r">
              <a:spcBef>
                <a:spcPts val="0"/>
              </a:spcBef>
              <a:spcAft>
                <a:spcPts val="0"/>
              </a:spcAft>
              <a:buSzPts val="1500"/>
              <a:buNone/>
              <a:defRPr/>
            </a:lvl5pPr>
            <a:lvl6pPr lvl="5" rtl="0" algn="r">
              <a:spcBef>
                <a:spcPts val="0"/>
              </a:spcBef>
              <a:spcAft>
                <a:spcPts val="0"/>
              </a:spcAft>
              <a:buSzPts val="1500"/>
              <a:buNone/>
              <a:defRPr/>
            </a:lvl6pPr>
            <a:lvl7pPr lvl="6" rtl="0" algn="r">
              <a:spcBef>
                <a:spcPts val="0"/>
              </a:spcBef>
              <a:spcAft>
                <a:spcPts val="0"/>
              </a:spcAft>
              <a:buSzPts val="1500"/>
              <a:buNone/>
              <a:defRPr/>
            </a:lvl7pPr>
            <a:lvl8pPr lvl="7" rtl="0" algn="r">
              <a:spcBef>
                <a:spcPts val="0"/>
              </a:spcBef>
              <a:spcAft>
                <a:spcPts val="0"/>
              </a:spcAft>
              <a:buSzPts val="1500"/>
              <a:buNone/>
              <a:defRPr/>
            </a:lvl8pPr>
            <a:lvl9pPr lvl="8" rtl="0" algn="r">
              <a:spcBef>
                <a:spcPts val="0"/>
              </a:spcBef>
              <a:spcAft>
                <a:spcPts val="0"/>
              </a:spcAft>
              <a:buSzPts val="1500"/>
              <a:buNone/>
              <a:defRPr/>
            </a:lvl9pPr>
          </a:lstStyle>
          <a:p/>
        </p:txBody>
      </p:sp>
      <p:sp>
        <p:nvSpPr>
          <p:cNvPr id="101" name="Google Shape;101;p14"/>
          <p:cNvSpPr/>
          <p:nvPr/>
        </p:nvSpPr>
        <p:spPr>
          <a:xfrm>
            <a:off x="-918537" y="1613950"/>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5776829" y="-234300"/>
            <a:ext cx="4967776"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5325838" y="4475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04" name="Google Shape;104;p14"/>
          <p:cNvSpPr/>
          <p:nvPr/>
        </p:nvSpPr>
        <p:spPr>
          <a:xfrm>
            <a:off x="584663" y="11291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7">
    <p:spTree>
      <p:nvGrpSpPr>
        <p:cNvPr id="105" name="Shape 105"/>
        <p:cNvGrpSpPr/>
        <p:nvPr/>
      </p:nvGrpSpPr>
      <p:grpSpPr>
        <a:xfrm>
          <a:off x="0" y="0"/>
          <a:ext cx="0" cy="0"/>
          <a:chOff x="0" y="0"/>
          <a:chExt cx="0" cy="0"/>
        </a:xfrm>
      </p:grpSpPr>
      <p:sp>
        <p:nvSpPr>
          <p:cNvPr id="106" name="Google Shape;106;p15"/>
          <p:cNvSpPr txBox="1"/>
          <p:nvPr>
            <p:ph idx="1" type="subTitle"/>
          </p:nvPr>
        </p:nvSpPr>
        <p:spPr>
          <a:xfrm>
            <a:off x="5246275" y="3131500"/>
            <a:ext cx="3184500" cy="68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500"/>
              <a:buNone/>
              <a:defRPr sz="1800">
                <a:solidFill>
                  <a:schemeClr val="dk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07" name="Google Shape;107;p15"/>
          <p:cNvSpPr txBox="1"/>
          <p:nvPr>
            <p:ph type="title"/>
          </p:nvPr>
        </p:nvSpPr>
        <p:spPr>
          <a:xfrm>
            <a:off x="4050175" y="2344881"/>
            <a:ext cx="4380600" cy="815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600"/>
              <a:buNone/>
              <a:defRPr sz="49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8" name="Google Shape;108;p15"/>
          <p:cNvSpPr txBox="1"/>
          <p:nvPr>
            <p:ph hasCustomPrompt="1" idx="2" type="title"/>
          </p:nvPr>
        </p:nvSpPr>
        <p:spPr>
          <a:xfrm>
            <a:off x="5840575" y="1323197"/>
            <a:ext cx="2590200" cy="1014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8900"/>
              <a:buNone/>
              <a:defRPr sz="8000">
                <a:solidFill>
                  <a:schemeClr val="accent2"/>
                </a:solidFill>
              </a:defRPr>
            </a:lvl1pPr>
            <a:lvl2pPr lvl="1" rtl="0">
              <a:spcBef>
                <a:spcPts val="0"/>
              </a:spcBef>
              <a:spcAft>
                <a:spcPts val="0"/>
              </a:spcAft>
              <a:buSzPts val="8900"/>
              <a:buNone/>
              <a:defRPr sz="8900"/>
            </a:lvl2pPr>
            <a:lvl3pPr lvl="2" rtl="0">
              <a:spcBef>
                <a:spcPts val="0"/>
              </a:spcBef>
              <a:spcAft>
                <a:spcPts val="0"/>
              </a:spcAft>
              <a:buSzPts val="8900"/>
              <a:buNone/>
              <a:defRPr sz="8900"/>
            </a:lvl3pPr>
            <a:lvl4pPr lvl="3" rtl="0">
              <a:spcBef>
                <a:spcPts val="0"/>
              </a:spcBef>
              <a:spcAft>
                <a:spcPts val="0"/>
              </a:spcAft>
              <a:buSzPts val="8900"/>
              <a:buNone/>
              <a:defRPr sz="8900"/>
            </a:lvl4pPr>
            <a:lvl5pPr lvl="4" rtl="0">
              <a:spcBef>
                <a:spcPts val="0"/>
              </a:spcBef>
              <a:spcAft>
                <a:spcPts val="0"/>
              </a:spcAft>
              <a:buSzPts val="8900"/>
              <a:buNone/>
              <a:defRPr sz="8900"/>
            </a:lvl5pPr>
            <a:lvl6pPr lvl="5" rtl="0">
              <a:spcBef>
                <a:spcPts val="0"/>
              </a:spcBef>
              <a:spcAft>
                <a:spcPts val="0"/>
              </a:spcAft>
              <a:buSzPts val="8900"/>
              <a:buNone/>
              <a:defRPr sz="8900"/>
            </a:lvl6pPr>
            <a:lvl7pPr lvl="6" rtl="0">
              <a:spcBef>
                <a:spcPts val="0"/>
              </a:spcBef>
              <a:spcAft>
                <a:spcPts val="0"/>
              </a:spcAft>
              <a:buSzPts val="8900"/>
              <a:buNone/>
              <a:defRPr sz="8900"/>
            </a:lvl7pPr>
            <a:lvl8pPr lvl="7" rtl="0">
              <a:spcBef>
                <a:spcPts val="0"/>
              </a:spcBef>
              <a:spcAft>
                <a:spcPts val="0"/>
              </a:spcAft>
              <a:buSzPts val="8900"/>
              <a:buNone/>
              <a:defRPr sz="8900"/>
            </a:lvl8pPr>
            <a:lvl9pPr lvl="8" rtl="0">
              <a:spcBef>
                <a:spcPts val="0"/>
              </a:spcBef>
              <a:spcAft>
                <a:spcPts val="0"/>
              </a:spcAft>
              <a:buSzPts val="8900"/>
              <a:buNone/>
              <a:defRPr sz="8900"/>
            </a:lvl9pPr>
          </a:lstStyle>
          <a:p>
            <a:r>
              <a:t>xx%</a:t>
            </a:r>
          </a:p>
        </p:txBody>
      </p:sp>
      <p:sp>
        <p:nvSpPr>
          <p:cNvPr id="109" name="Google Shape;109;p15"/>
          <p:cNvSpPr/>
          <p:nvPr/>
        </p:nvSpPr>
        <p:spPr>
          <a:xfrm rot="4578679">
            <a:off x="-756952" y="3435807"/>
            <a:ext cx="294033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flipH="1">
            <a:off x="-264301" y="-234275"/>
            <a:ext cx="4314476" cy="3258682"/>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flipH="1">
            <a:off x="4850465" y="2348476"/>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8217138" y="5166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
    <p:spTree>
      <p:nvGrpSpPr>
        <p:cNvPr id="113" name="Shape 113"/>
        <p:cNvGrpSpPr/>
        <p:nvPr/>
      </p:nvGrpSpPr>
      <p:grpSpPr>
        <a:xfrm>
          <a:off x="0" y="0"/>
          <a:ext cx="0" cy="0"/>
          <a:chOff x="0" y="0"/>
          <a:chExt cx="0" cy="0"/>
        </a:xfrm>
      </p:grpSpPr>
      <p:sp>
        <p:nvSpPr>
          <p:cNvPr id="114" name="Google Shape;114;p16"/>
          <p:cNvSpPr txBox="1"/>
          <p:nvPr>
            <p:ph idx="1" type="subTitle"/>
          </p:nvPr>
        </p:nvSpPr>
        <p:spPr>
          <a:xfrm flipH="1">
            <a:off x="1012325" y="3131500"/>
            <a:ext cx="3184500" cy="68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800">
                <a:solidFill>
                  <a:schemeClr val="dk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15" name="Google Shape;115;p16"/>
          <p:cNvSpPr txBox="1"/>
          <p:nvPr>
            <p:ph type="title"/>
          </p:nvPr>
        </p:nvSpPr>
        <p:spPr>
          <a:xfrm flipH="1">
            <a:off x="713375" y="2344875"/>
            <a:ext cx="3782400" cy="815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9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16" name="Google Shape;116;p16"/>
          <p:cNvSpPr txBox="1"/>
          <p:nvPr>
            <p:ph hasCustomPrompt="1" idx="2" type="title"/>
          </p:nvPr>
        </p:nvSpPr>
        <p:spPr>
          <a:xfrm flipH="1">
            <a:off x="1309475" y="1323197"/>
            <a:ext cx="2590200" cy="1014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900"/>
              <a:buNone/>
              <a:defRPr sz="8000">
                <a:solidFill>
                  <a:schemeClr val="accent2"/>
                </a:solidFill>
              </a:defRPr>
            </a:lvl1pPr>
            <a:lvl2pPr lvl="1" rtl="0">
              <a:spcBef>
                <a:spcPts val="0"/>
              </a:spcBef>
              <a:spcAft>
                <a:spcPts val="0"/>
              </a:spcAft>
              <a:buSzPts val="8900"/>
              <a:buNone/>
              <a:defRPr sz="8900"/>
            </a:lvl2pPr>
            <a:lvl3pPr lvl="2" rtl="0">
              <a:spcBef>
                <a:spcPts val="0"/>
              </a:spcBef>
              <a:spcAft>
                <a:spcPts val="0"/>
              </a:spcAft>
              <a:buSzPts val="8900"/>
              <a:buNone/>
              <a:defRPr sz="8900"/>
            </a:lvl3pPr>
            <a:lvl4pPr lvl="3" rtl="0">
              <a:spcBef>
                <a:spcPts val="0"/>
              </a:spcBef>
              <a:spcAft>
                <a:spcPts val="0"/>
              </a:spcAft>
              <a:buSzPts val="8900"/>
              <a:buNone/>
              <a:defRPr sz="8900"/>
            </a:lvl4pPr>
            <a:lvl5pPr lvl="4" rtl="0">
              <a:spcBef>
                <a:spcPts val="0"/>
              </a:spcBef>
              <a:spcAft>
                <a:spcPts val="0"/>
              </a:spcAft>
              <a:buSzPts val="8900"/>
              <a:buNone/>
              <a:defRPr sz="8900"/>
            </a:lvl5pPr>
            <a:lvl6pPr lvl="5" rtl="0">
              <a:spcBef>
                <a:spcPts val="0"/>
              </a:spcBef>
              <a:spcAft>
                <a:spcPts val="0"/>
              </a:spcAft>
              <a:buSzPts val="8900"/>
              <a:buNone/>
              <a:defRPr sz="8900"/>
            </a:lvl6pPr>
            <a:lvl7pPr lvl="6" rtl="0">
              <a:spcBef>
                <a:spcPts val="0"/>
              </a:spcBef>
              <a:spcAft>
                <a:spcPts val="0"/>
              </a:spcAft>
              <a:buSzPts val="8900"/>
              <a:buNone/>
              <a:defRPr sz="8900"/>
            </a:lvl7pPr>
            <a:lvl8pPr lvl="7" rtl="0">
              <a:spcBef>
                <a:spcPts val="0"/>
              </a:spcBef>
              <a:spcAft>
                <a:spcPts val="0"/>
              </a:spcAft>
              <a:buSzPts val="8900"/>
              <a:buNone/>
              <a:defRPr sz="8900"/>
            </a:lvl8pPr>
            <a:lvl9pPr lvl="8" rtl="0">
              <a:spcBef>
                <a:spcPts val="0"/>
              </a:spcBef>
              <a:spcAft>
                <a:spcPts val="0"/>
              </a:spcAft>
              <a:buSzPts val="8900"/>
              <a:buNone/>
              <a:defRPr sz="8900"/>
            </a:lvl9pPr>
          </a:lstStyle>
          <a:p>
            <a:r>
              <a:t>xx%</a:t>
            </a:r>
          </a:p>
        </p:txBody>
      </p:sp>
      <p:sp>
        <p:nvSpPr>
          <p:cNvPr id="117" name="Google Shape;117;p16"/>
          <p:cNvSpPr/>
          <p:nvPr/>
        </p:nvSpPr>
        <p:spPr>
          <a:xfrm rot="4970399">
            <a:off x="6653834" y="3347292"/>
            <a:ext cx="3739692" cy="3745912"/>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1765885" y="2348476"/>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4495779" y="-455825"/>
            <a:ext cx="4967776"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410488" y="20810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3">
    <p:spTree>
      <p:nvGrpSpPr>
        <p:cNvPr id="121" name="Shape 121"/>
        <p:cNvGrpSpPr/>
        <p:nvPr/>
      </p:nvGrpSpPr>
      <p:grpSpPr>
        <a:xfrm>
          <a:off x="0" y="0"/>
          <a:ext cx="0" cy="0"/>
          <a:chOff x="0" y="0"/>
          <a:chExt cx="0" cy="0"/>
        </a:xfrm>
      </p:grpSpPr>
      <p:sp>
        <p:nvSpPr>
          <p:cNvPr id="122" name="Google Shape;122;p17"/>
          <p:cNvSpPr txBox="1"/>
          <p:nvPr>
            <p:ph idx="1" type="subTitle"/>
          </p:nvPr>
        </p:nvSpPr>
        <p:spPr>
          <a:xfrm flipH="1">
            <a:off x="2034600" y="1421597"/>
            <a:ext cx="5074800" cy="37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800"/>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123" name="Google Shape;123;p17"/>
          <p:cNvSpPr txBox="1"/>
          <p:nvPr>
            <p:ph hasCustomPrompt="1" type="title"/>
          </p:nvPr>
        </p:nvSpPr>
        <p:spPr>
          <a:xfrm flipH="1">
            <a:off x="2034600" y="789925"/>
            <a:ext cx="5074800" cy="717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51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24" name="Google Shape;124;p17"/>
          <p:cNvSpPr txBox="1"/>
          <p:nvPr>
            <p:ph idx="2" type="subTitle"/>
          </p:nvPr>
        </p:nvSpPr>
        <p:spPr>
          <a:xfrm flipH="1">
            <a:off x="2034600" y="2698124"/>
            <a:ext cx="5074800" cy="37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800"/>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125" name="Google Shape;125;p17"/>
          <p:cNvSpPr txBox="1"/>
          <p:nvPr>
            <p:ph hasCustomPrompt="1" idx="3" type="title"/>
          </p:nvPr>
        </p:nvSpPr>
        <p:spPr>
          <a:xfrm flipH="1">
            <a:off x="2034600" y="2075820"/>
            <a:ext cx="5074800" cy="717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5100">
                <a:solidFill>
                  <a:schemeClr val="accen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26" name="Google Shape;126;p17"/>
          <p:cNvSpPr txBox="1"/>
          <p:nvPr>
            <p:ph idx="4" type="subTitle"/>
          </p:nvPr>
        </p:nvSpPr>
        <p:spPr>
          <a:xfrm flipH="1">
            <a:off x="2034600" y="3974650"/>
            <a:ext cx="5074800" cy="37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800"/>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127" name="Google Shape;127;p17"/>
          <p:cNvSpPr txBox="1"/>
          <p:nvPr>
            <p:ph hasCustomPrompt="1" idx="5" type="title"/>
          </p:nvPr>
        </p:nvSpPr>
        <p:spPr>
          <a:xfrm flipH="1">
            <a:off x="2034600" y="3361714"/>
            <a:ext cx="5074800" cy="717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51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28" name="Google Shape;128;p17"/>
          <p:cNvSpPr/>
          <p:nvPr/>
        </p:nvSpPr>
        <p:spPr>
          <a:xfrm flipH="1">
            <a:off x="-266354" y="-33555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flipH="1">
            <a:off x="5303805" y="2451774"/>
            <a:ext cx="4225413" cy="2914573"/>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rot="5189407">
            <a:off x="6960611" y="-1744366"/>
            <a:ext cx="2940339" cy="2945221"/>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5">
    <p:spTree>
      <p:nvGrpSpPr>
        <p:cNvPr id="131" name="Shape 131"/>
        <p:cNvGrpSpPr/>
        <p:nvPr/>
      </p:nvGrpSpPr>
      <p:grpSpPr>
        <a:xfrm>
          <a:off x="0" y="0"/>
          <a:ext cx="0" cy="0"/>
          <a:chOff x="0" y="0"/>
          <a:chExt cx="0" cy="0"/>
        </a:xfrm>
      </p:grpSpPr>
      <p:sp>
        <p:nvSpPr>
          <p:cNvPr id="132" name="Google Shape;132;p18"/>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33" name="Google Shape;133;p18"/>
          <p:cNvSpPr txBox="1"/>
          <p:nvPr>
            <p:ph idx="1" type="subTitle"/>
          </p:nvPr>
        </p:nvSpPr>
        <p:spPr>
          <a:xfrm>
            <a:off x="859450" y="3528675"/>
            <a:ext cx="2262900" cy="5055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34" name="Google Shape;134;p18"/>
          <p:cNvSpPr txBox="1"/>
          <p:nvPr>
            <p:ph idx="2" type="subTitle"/>
          </p:nvPr>
        </p:nvSpPr>
        <p:spPr>
          <a:xfrm>
            <a:off x="859453" y="3893975"/>
            <a:ext cx="2262900" cy="562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135" name="Google Shape;135;p18"/>
          <p:cNvSpPr txBox="1"/>
          <p:nvPr>
            <p:ph hasCustomPrompt="1" idx="3" type="title"/>
          </p:nvPr>
        </p:nvSpPr>
        <p:spPr>
          <a:xfrm>
            <a:off x="1340540" y="1443925"/>
            <a:ext cx="1300800" cy="505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136" name="Google Shape;136;p18"/>
          <p:cNvSpPr txBox="1"/>
          <p:nvPr>
            <p:ph idx="4" type="subTitle"/>
          </p:nvPr>
        </p:nvSpPr>
        <p:spPr>
          <a:xfrm>
            <a:off x="3440551" y="3528675"/>
            <a:ext cx="2262900" cy="5055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37" name="Google Shape;137;p18"/>
          <p:cNvSpPr txBox="1"/>
          <p:nvPr>
            <p:ph idx="5" type="subTitle"/>
          </p:nvPr>
        </p:nvSpPr>
        <p:spPr>
          <a:xfrm>
            <a:off x="3440551" y="3893975"/>
            <a:ext cx="2262900" cy="562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138" name="Google Shape;138;p18"/>
          <p:cNvSpPr txBox="1"/>
          <p:nvPr>
            <p:ph hasCustomPrompt="1" idx="6" type="title"/>
          </p:nvPr>
        </p:nvSpPr>
        <p:spPr>
          <a:xfrm>
            <a:off x="3921564" y="1443925"/>
            <a:ext cx="1300800" cy="505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139" name="Google Shape;139;p18"/>
          <p:cNvSpPr txBox="1"/>
          <p:nvPr>
            <p:ph idx="7" type="subTitle"/>
          </p:nvPr>
        </p:nvSpPr>
        <p:spPr>
          <a:xfrm>
            <a:off x="6021650" y="3528675"/>
            <a:ext cx="2262900" cy="5055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40" name="Google Shape;140;p18"/>
          <p:cNvSpPr txBox="1"/>
          <p:nvPr>
            <p:ph idx="8" type="subTitle"/>
          </p:nvPr>
        </p:nvSpPr>
        <p:spPr>
          <a:xfrm>
            <a:off x="6021653" y="3893975"/>
            <a:ext cx="2262900" cy="562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141" name="Google Shape;141;p18"/>
          <p:cNvSpPr txBox="1"/>
          <p:nvPr>
            <p:ph hasCustomPrompt="1" idx="9" type="title"/>
          </p:nvPr>
        </p:nvSpPr>
        <p:spPr>
          <a:xfrm>
            <a:off x="6502662" y="1443925"/>
            <a:ext cx="1300800" cy="505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2"/>
              </a:buClr>
              <a:buSzPts val="1800"/>
              <a:buNone/>
              <a:defRPr sz="35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a:r>
              <a:t>xx%</a:t>
            </a:r>
          </a:p>
        </p:txBody>
      </p:sp>
      <p:sp>
        <p:nvSpPr>
          <p:cNvPr id="142" name="Google Shape;142;p18"/>
          <p:cNvSpPr/>
          <p:nvPr/>
        </p:nvSpPr>
        <p:spPr>
          <a:xfrm flipH="1">
            <a:off x="4571990" y="2433401"/>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flipH="1">
            <a:off x="-442375" y="-434000"/>
            <a:ext cx="2898525"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rot="5189407">
            <a:off x="-2031414" y="1940159"/>
            <a:ext cx="2940339" cy="2945221"/>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7147988" y="3951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6" name="Google Shape;146;p18"/>
          <p:cNvSpPr/>
          <p:nvPr/>
        </p:nvSpPr>
        <p:spPr>
          <a:xfrm>
            <a:off x="385763" y="44800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
    <p:spTree>
      <p:nvGrpSpPr>
        <p:cNvPr id="147" name="Shape 147"/>
        <p:cNvGrpSpPr/>
        <p:nvPr/>
      </p:nvGrpSpPr>
      <p:grpSpPr>
        <a:xfrm>
          <a:off x="0" y="0"/>
          <a:ext cx="0" cy="0"/>
          <a:chOff x="0" y="0"/>
          <a:chExt cx="0" cy="0"/>
        </a:xfrm>
      </p:grpSpPr>
      <p:sp>
        <p:nvSpPr>
          <p:cNvPr id="148" name="Google Shape;148;p19"/>
          <p:cNvSpPr/>
          <p:nvPr/>
        </p:nvSpPr>
        <p:spPr>
          <a:xfrm>
            <a:off x="4931605" y="-721900"/>
            <a:ext cx="5524093"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p:nvPr/>
        </p:nvSpPr>
        <p:spPr>
          <a:xfrm>
            <a:off x="8682663" y="31315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0" name="Google Shape;150;p19"/>
          <p:cNvSpPr/>
          <p:nvPr/>
        </p:nvSpPr>
        <p:spPr>
          <a:xfrm rot="6060866">
            <a:off x="-1093202" y="-1652248"/>
            <a:ext cx="2940349" cy="2945218"/>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
    <p:spTree>
      <p:nvGrpSpPr>
        <p:cNvPr id="152" name="Shape 152"/>
        <p:cNvGrpSpPr/>
        <p:nvPr/>
      </p:nvGrpSpPr>
      <p:grpSpPr>
        <a:xfrm>
          <a:off x="0" y="0"/>
          <a:ext cx="0" cy="0"/>
          <a:chOff x="0" y="0"/>
          <a:chExt cx="0" cy="0"/>
        </a:xfrm>
      </p:grpSpPr>
      <p:sp>
        <p:nvSpPr>
          <p:cNvPr id="153" name="Google Shape;153;p20"/>
          <p:cNvSpPr/>
          <p:nvPr/>
        </p:nvSpPr>
        <p:spPr>
          <a:xfrm rot="-8819378">
            <a:off x="7673704" y="-673787"/>
            <a:ext cx="294034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0"/>
          <p:cNvSpPr/>
          <p:nvPr/>
        </p:nvSpPr>
        <p:spPr>
          <a:xfrm flipH="1">
            <a:off x="4443091" y="2396549"/>
            <a:ext cx="6198262" cy="29327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p:nvPr/>
        </p:nvSpPr>
        <p:spPr>
          <a:xfrm>
            <a:off x="374950" y="39975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6" name="Google Shape;156;p20"/>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4">
    <p:spTree>
      <p:nvGrpSpPr>
        <p:cNvPr id="157" name="Shape 157"/>
        <p:cNvGrpSpPr/>
        <p:nvPr/>
      </p:nvGrpSpPr>
      <p:grpSpPr>
        <a:xfrm>
          <a:off x="0" y="0"/>
          <a:ext cx="0" cy="0"/>
          <a:chOff x="0" y="0"/>
          <a:chExt cx="0" cy="0"/>
        </a:xfrm>
      </p:grpSpPr>
      <p:sp>
        <p:nvSpPr>
          <p:cNvPr id="158" name="Google Shape;158;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59" name="Google Shape;159;p21"/>
          <p:cNvSpPr/>
          <p:nvPr/>
        </p:nvSpPr>
        <p:spPr>
          <a:xfrm flipH="1">
            <a:off x="6022325" y="1591612"/>
            <a:ext cx="4445046"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p:nvPr/>
        </p:nvSpPr>
        <p:spPr>
          <a:xfrm>
            <a:off x="218163" y="448001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61" name="Google Shape;161;p21"/>
          <p:cNvSpPr/>
          <p:nvPr/>
        </p:nvSpPr>
        <p:spPr>
          <a:xfrm flipH="1">
            <a:off x="-1180754" y="-33555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p:nvPr/>
        </p:nvSpPr>
        <p:spPr>
          <a:xfrm>
            <a:off x="8592688" y="195361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20">
    <p:spTree>
      <p:nvGrpSpPr>
        <p:cNvPr id="163" name="Shape 163"/>
        <p:cNvGrpSpPr/>
        <p:nvPr/>
      </p:nvGrpSpPr>
      <p:grpSpPr>
        <a:xfrm>
          <a:off x="0" y="0"/>
          <a:ext cx="0" cy="0"/>
          <a:chOff x="0" y="0"/>
          <a:chExt cx="0" cy="0"/>
        </a:xfrm>
      </p:grpSpPr>
      <p:sp>
        <p:nvSpPr>
          <p:cNvPr id="164" name="Google Shape;164;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65" name="Google Shape;165;p22"/>
          <p:cNvSpPr/>
          <p:nvPr/>
        </p:nvSpPr>
        <p:spPr>
          <a:xfrm flipH="1" rot="10800000">
            <a:off x="-1713425" y="-209899"/>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2"/>
          <p:cNvSpPr/>
          <p:nvPr/>
        </p:nvSpPr>
        <p:spPr>
          <a:xfrm flipH="1">
            <a:off x="5184734" y="2193524"/>
            <a:ext cx="4834303" cy="3178650"/>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p:nvPr/>
        </p:nvSpPr>
        <p:spPr>
          <a:xfrm>
            <a:off x="165863" y="26216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68" name="Shape 168"/>
        <p:cNvGrpSpPr/>
        <p:nvPr/>
      </p:nvGrpSpPr>
      <p:grpSpPr>
        <a:xfrm>
          <a:off x="0" y="0"/>
          <a:ext cx="0" cy="0"/>
          <a:chOff x="0" y="0"/>
          <a:chExt cx="0" cy="0"/>
        </a:xfrm>
      </p:grpSpPr>
      <p:sp>
        <p:nvSpPr>
          <p:cNvPr id="169" name="Google Shape;169;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70" name="Google Shape;170;p23"/>
          <p:cNvSpPr txBox="1"/>
          <p:nvPr>
            <p:ph idx="1" type="subTitle"/>
          </p:nvPr>
        </p:nvSpPr>
        <p:spPr>
          <a:xfrm>
            <a:off x="1550750" y="2523600"/>
            <a:ext cx="4151400" cy="1733700"/>
          </a:xfrm>
          <a:prstGeom prst="rect">
            <a:avLst/>
          </a:prstGeom>
        </p:spPr>
        <p:txBody>
          <a:bodyPr anchorCtr="0" anchor="t" bIns="91425" lIns="91425" spcFirstLastPara="1" rIns="91425" wrap="square" tIns="91425">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71" name="Shape 171"/>
        <p:cNvGrpSpPr/>
        <p:nvPr/>
      </p:nvGrpSpPr>
      <p:grpSpPr>
        <a:xfrm>
          <a:off x="0" y="0"/>
          <a:ext cx="0" cy="0"/>
          <a:chOff x="0" y="0"/>
          <a:chExt cx="0" cy="0"/>
        </a:xfrm>
      </p:grpSpPr>
      <p:sp>
        <p:nvSpPr>
          <p:cNvPr id="172" name="Google Shape;172;p24"/>
          <p:cNvSpPr txBox="1"/>
          <p:nvPr>
            <p:ph type="title"/>
          </p:nvPr>
        </p:nvSpPr>
        <p:spPr>
          <a:xfrm>
            <a:off x="3698875" y="1332750"/>
            <a:ext cx="4731900" cy="1666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700"/>
              <a:buNone/>
              <a:defRPr sz="101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73" name="Google Shape;173;p24"/>
          <p:cNvSpPr txBox="1"/>
          <p:nvPr>
            <p:ph idx="1" type="subTitle"/>
          </p:nvPr>
        </p:nvSpPr>
        <p:spPr>
          <a:xfrm>
            <a:off x="4572175" y="2770650"/>
            <a:ext cx="3858600" cy="1040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500"/>
              <a:buNone/>
              <a:defRPr sz="18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74" name="Google Shape;174;p24"/>
          <p:cNvSpPr/>
          <p:nvPr/>
        </p:nvSpPr>
        <p:spPr>
          <a:xfrm rot="10800000">
            <a:off x="4515002" y="-57499"/>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4"/>
          <p:cNvSpPr/>
          <p:nvPr/>
        </p:nvSpPr>
        <p:spPr>
          <a:xfrm>
            <a:off x="-113225" y="1964924"/>
            <a:ext cx="4834303" cy="3178650"/>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p:nvPr/>
        </p:nvSpPr>
        <p:spPr>
          <a:xfrm>
            <a:off x="278338" y="148773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4"/>
          <p:cNvSpPr/>
          <p:nvPr/>
        </p:nvSpPr>
        <p:spPr>
          <a:xfrm rot="10800000">
            <a:off x="1374551" y="-1315191"/>
            <a:ext cx="2001876" cy="200518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6">
    <p:spTree>
      <p:nvGrpSpPr>
        <p:cNvPr id="178" name="Shape 178"/>
        <p:cNvGrpSpPr/>
        <p:nvPr/>
      </p:nvGrpSpPr>
      <p:grpSpPr>
        <a:xfrm>
          <a:off x="0" y="0"/>
          <a:ext cx="0" cy="0"/>
          <a:chOff x="0" y="0"/>
          <a:chExt cx="0" cy="0"/>
        </a:xfrm>
      </p:grpSpPr>
      <p:sp>
        <p:nvSpPr>
          <p:cNvPr id="179" name="Google Shape;179;p25"/>
          <p:cNvSpPr txBox="1"/>
          <p:nvPr>
            <p:ph type="title"/>
          </p:nvPr>
        </p:nvSpPr>
        <p:spPr>
          <a:xfrm>
            <a:off x="713225" y="1263700"/>
            <a:ext cx="3011100" cy="13503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0" name="Google Shape;180;p25"/>
          <p:cNvSpPr txBox="1"/>
          <p:nvPr>
            <p:ph idx="1" type="subTitle"/>
          </p:nvPr>
        </p:nvSpPr>
        <p:spPr>
          <a:xfrm>
            <a:off x="713225" y="2529500"/>
            <a:ext cx="3483600" cy="1350300"/>
          </a:xfrm>
          <a:prstGeom prst="rect">
            <a:avLst/>
          </a:prstGeom>
        </p:spPr>
        <p:txBody>
          <a:bodyPr anchorCtr="0" anchor="t" bIns="91425" lIns="91425" spcFirstLastPara="1" rIns="91425" wrap="square" tIns="91425">
            <a:noAutofit/>
          </a:bodyPr>
          <a:lstStyle>
            <a:lvl1pPr lvl="0" rtl="0">
              <a:spcBef>
                <a:spcPts val="0"/>
              </a:spcBef>
              <a:spcAft>
                <a:spcPts val="0"/>
              </a:spcAft>
              <a:buSzPts val="1500"/>
              <a:buNone/>
              <a:defRPr sz="18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81" name="Google Shape;181;p25"/>
          <p:cNvSpPr/>
          <p:nvPr/>
        </p:nvSpPr>
        <p:spPr>
          <a:xfrm>
            <a:off x="-1011829" y="2301849"/>
            <a:ext cx="4225413" cy="2914573"/>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5"/>
          <p:cNvSpPr/>
          <p:nvPr/>
        </p:nvSpPr>
        <p:spPr>
          <a:xfrm rot="5189407">
            <a:off x="-619589" y="-1948016"/>
            <a:ext cx="2940339" cy="2945221"/>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5"/>
          <p:cNvSpPr/>
          <p:nvPr/>
        </p:nvSpPr>
        <p:spPr>
          <a:xfrm rot="5189420">
            <a:off x="4605610" y="4238220"/>
            <a:ext cx="3587195" cy="3593130"/>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7">
    <p:spTree>
      <p:nvGrpSpPr>
        <p:cNvPr id="184" name="Shape 184"/>
        <p:cNvGrpSpPr/>
        <p:nvPr/>
      </p:nvGrpSpPr>
      <p:grpSpPr>
        <a:xfrm>
          <a:off x="0" y="0"/>
          <a:ext cx="0" cy="0"/>
          <a:chOff x="0" y="0"/>
          <a:chExt cx="0" cy="0"/>
        </a:xfrm>
      </p:grpSpPr>
      <p:sp>
        <p:nvSpPr>
          <p:cNvPr id="185" name="Google Shape;185;p26"/>
          <p:cNvSpPr txBox="1"/>
          <p:nvPr>
            <p:ph type="title"/>
          </p:nvPr>
        </p:nvSpPr>
        <p:spPr>
          <a:xfrm flipH="1">
            <a:off x="5419675" y="1263700"/>
            <a:ext cx="3011100" cy="1350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6" name="Google Shape;186;p26"/>
          <p:cNvSpPr txBox="1"/>
          <p:nvPr>
            <p:ph idx="1" type="subTitle"/>
          </p:nvPr>
        </p:nvSpPr>
        <p:spPr>
          <a:xfrm flipH="1">
            <a:off x="4947175" y="2529500"/>
            <a:ext cx="3483600" cy="135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500"/>
              <a:buNone/>
              <a:defRPr sz="18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87" name="Google Shape;187;p26"/>
          <p:cNvSpPr/>
          <p:nvPr/>
        </p:nvSpPr>
        <p:spPr>
          <a:xfrm flipH="1" rot="10800000">
            <a:off x="-555225" y="-133678"/>
            <a:ext cx="4537735" cy="3130004"/>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6"/>
          <p:cNvSpPr/>
          <p:nvPr/>
        </p:nvSpPr>
        <p:spPr>
          <a:xfrm flipH="1">
            <a:off x="6014298" y="2159824"/>
            <a:ext cx="3979402" cy="3040926"/>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6"/>
          <p:cNvSpPr/>
          <p:nvPr/>
        </p:nvSpPr>
        <p:spPr>
          <a:xfrm rot="-5163331">
            <a:off x="4645775" y="-2236232"/>
            <a:ext cx="2940337" cy="2945210"/>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6"/>
          <p:cNvSpPr/>
          <p:nvPr/>
        </p:nvSpPr>
        <p:spPr>
          <a:xfrm>
            <a:off x="8595288" y="11318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8">
    <p:spTree>
      <p:nvGrpSpPr>
        <p:cNvPr id="191" name="Shape 191"/>
        <p:cNvGrpSpPr/>
        <p:nvPr/>
      </p:nvGrpSpPr>
      <p:grpSpPr>
        <a:xfrm>
          <a:off x="0" y="0"/>
          <a:ext cx="0" cy="0"/>
          <a:chOff x="0" y="0"/>
          <a:chExt cx="0" cy="0"/>
        </a:xfrm>
      </p:grpSpPr>
      <p:sp>
        <p:nvSpPr>
          <p:cNvPr id="192" name="Google Shape;192;p27"/>
          <p:cNvSpPr txBox="1"/>
          <p:nvPr>
            <p:ph type="title"/>
          </p:nvPr>
        </p:nvSpPr>
        <p:spPr>
          <a:xfrm>
            <a:off x="713225" y="1263700"/>
            <a:ext cx="3011100" cy="13503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93" name="Google Shape;193;p27"/>
          <p:cNvSpPr txBox="1"/>
          <p:nvPr>
            <p:ph idx="1" type="subTitle"/>
          </p:nvPr>
        </p:nvSpPr>
        <p:spPr>
          <a:xfrm>
            <a:off x="713225" y="2529500"/>
            <a:ext cx="3483600" cy="1350300"/>
          </a:xfrm>
          <a:prstGeom prst="rect">
            <a:avLst/>
          </a:prstGeom>
        </p:spPr>
        <p:txBody>
          <a:bodyPr anchorCtr="0" anchor="t" bIns="91425" lIns="91425" spcFirstLastPara="1" rIns="91425" wrap="square" tIns="91425">
            <a:noAutofit/>
          </a:bodyPr>
          <a:lstStyle>
            <a:lvl1pPr lvl="0" rtl="0">
              <a:spcBef>
                <a:spcPts val="0"/>
              </a:spcBef>
              <a:spcAft>
                <a:spcPts val="0"/>
              </a:spcAft>
              <a:buSzPts val="1500"/>
              <a:buNone/>
              <a:defRPr sz="18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194" name="Google Shape;194;p27"/>
          <p:cNvSpPr/>
          <p:nvPr/>
        </p:nvSpPr>
        <p:spPr>
          <a:xfrm>
            <a:off x="-1180725" y="1964850"/>
            <a:ext cx="4834303" cy="3234624"/>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4957270" y="-7620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rot="6682030">
            <a:off x="433307" y="-2320184"/>
            <a:ext cx="3570944" cy="3576836"/>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4078363" y="5033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23">
    <p:spTree>
      <p:nvGrpSpPr>
        <p:cNvPr id="198" name="Shape 198"/>
        <p:cNvGrpSpPr/>
        <p:nvPr/>
      </p:nvGrpSpPr>
      <p:grpSpPr>
        <a:xfrm>
          <a:off x="0" y="0"/>
          <a:ext cx="0" cy="0"/>
          <a:chOff x="0" y="0"/>
          <a:chExt cx="0" cy="0"/>
        </a:xfrm>
      </p:grpSpPr>
      <p:sp>
        <p:nvSpPr>
          <p:cNvPr id="199" name="Google Shape;199;p28"/>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00" name="Google Shape;200;p28"/>
          <p:cNvSpPr txBox="1"/>
          <p:nvPr>
            <p:ph idx="1" type="body"/>
          </p:nvPr>
        </p:nvSpPr>
        <p:spPr>
          <a:xfrm>
            <a:off x="713225" y="1152475"/>
            <a:ext cx="7717500" cy="12651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Clr>
                <a:schemeClr val="lt2"/>
              </a:buClr>
              <a:buSzPts val="1500"/>
              <a:buChar char="●"/>
              <a:defRPr/>
            </a:lvl1pPr>
            <a:lvl2pPr indent="-323850" lvl="1" marL="914400" rtl="0">
              <a:spcBef>
                <a:spcPts val="0"/>
              </a:spcBef>
              <a:spcAft>
                <a:spcPts val="0"/>
              </a:spcAft>
              <a:buClr>
                <a:srgbClr val="030352"/>
              </a:buClr>
              <a:buSzPts val="1500"/>
              <a:buChar char="○"/>
              <a:defRPr/>
            </a:lvl2pPr>
            <a:lvl3pPr indent="-323850" lvl="2" marL="1371600" rtl="0">
              <a:spcBef>
                <a:spcPts val="0"/>
              </a:spcBef>
              <a:spcAft>
                <a:spcPts val="0"/>
              </a:spcAft>
              <a:buClr>
                <a:srgbClr val="030352"/>
              </a:buClr>
              <a:buSzPts val="1500"/>
              <a:buChar char="■"/>
              <a:defRPr/>
            </a:lvl3pPr>
            <a:lvl4pPr indent="-323850" lvl="3" marL="1828800" rtl="0">
              <a:spcBef>
                <a:spcPts val="0"/>
              </a:spcBef>
              <a:spcAft>
                <a:spcPts val="0"/>
              </a:spcAft>
              <a:buClr>
                <a:srgbClr val="030352"/>
              </a:buClr>
              <a:buSzPts val="1500"/>
              <a:buChar char="●"/>
              <a:defRPr/>
            </a:lvl4pPr>
            <a:lvl5pPr indent="-323850" lvl="4" marL="2286000" rtl="0">
              <a:spcBef>
                <a:spcPts val="0"/>
              </a:spcBef>
              <a:spcAft>
                <a:spcPts val="0"/>
              </a:spcAft>
              <a:buClr>
                <a:srgbClr val="030352"/>
              </a:buClr>
              <a:buSzPts val="1500"/>
              <a:buChar char="○"/>
              <a:defRPr/>
            </a:lvl5pPr>
            <a:lvl6pPr indent="-323850" lvl="5" marL="2743200" rtl="0">
              <a:spcBef>
                <a:spcPts val="0"/>
              </a:spcBef>
              <a:spcAft>
                <a:spcPts val="0"/>
              </a:spcAft>
              <a:buClr>
                <a:srgbClr val="030352"/>
              </a:buClr>
              <a:buSzPts val="1500"/>
              <a:buChar char="■"/>
              <a:defRPr/>
            </a:lvl6pPr>
            <a:lvl7pPr indent="-323850" lvl="6" marL="3200400" rtl="0">
              <a:spcBef>
                <a:spcPts val="0"/>
              </a:spcBef>
              <a:spcAft>
                <a:spcPts val="0"/>
              </a:spcAft>
              <a:buClr>
                <a:srgbClr val="030352"/>
              </a:buClr>
              <a:buSzPts val="1500"/>
              <a:buChar char="●"/>
              <a:defRPr/>
            </a:lvl7pPr>
            <a:lvl8pPr indent="-323850" lvl="7" marL="3657600" rtl="0">
              <a:spcBef>
                <a:spcPts val="0"/>
              </a:spcBef>
              <a:spcAft>
                <a:spcPts val="0"/>
              </a:spcAft>
              <a:buClr>
                <a:srgbClr val="030352"/>
              </a:buClr>
              <a:buSzPts val="1500"/>
              <a:buChar char="○"/>
              <a:defRPr/>
            </a:lvl8pPr>
            <a:lvl9pPr indent="-323850" lvl="8" marL="4114800" rtl="0">
              <a:spcBef>
                <a:spcPts val="0"/>
              </a:spcBef>
              <a:spcAft>
                <a:spcPts val="0"/>
              </a:spcAft>
              <a:buClr>
                <a:srgbClr val="030352"/>
              </a:buClr>
              <a:buSzPts val="1500"/>
              <a:buChar char="■"/>
              <a:defRPr/>
            </a:lvl9pPr>
          </a:lstStyle>
          <a:p/>
        </p:txBody>
      </p:sp>
      <p:sp>
        <p:nvSpPr>
          <p:cNvPr id="201" name="Google Shape;201;p28"/>
          <p:cNvSpPr/>
          <p:nvPr/>
        </p:nvSpPr>
        <p:spPr>
          <a:xfrm>
            <a:off x="-1085375" y="1964849"/>
            <a:ext cx="4834303" cy="3178650"/>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8"/>
          <p:cNvSpPr/>
          <p:nvPr/>
        </p:nvSpPr>
        <p:spPr>
          <a:xfrm>
            <a:off x="5483170" y="-413212"/>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8"/>
          <p:cNvSpPr/>
          <p:nvPr/>
        </p:nvSpPr>
        <p:spPr>
          <a:xfrm rot="4856232">
            <a:off x="-1434373" y="-1198265"/>
            <a:ext cx="2630324" cy="2634671"/>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8"/>
          <p:cNvSpPr/>
          <p:nvPr/>
        </p:nvSpPr>
        <p:spPr>
          <a:xfrm>
            <a:off x="5370913" y="1879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205" name="Shape 205"/>
        <p:cNvGrpSpPr/>
        <p:nvPr/>
      </p:nvGrpSpPr>
      <p:grpSpPr>
        <a:xfrm>
          <a:off x="0" y="0"/>
          <a:ext cx="0" cy="0"/>
          <a:chOff x="0" y="0"/>
          <a:chExt cx="0" cy="0"/>
        </a:xfrm>
      </p:grpSpPr>
      <p:sp>
        <p:nvSpPr>
          <p:cNvPr id="206" name="Google Shape;206;p2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07" name="Google Shape;207;p29"/>
          <p:cNvSpPr txBox="1"/>
          <p:nvPr>
            <p:ph idx="1" type="body"/>
          </p:nvPr>
        </p:nvSpPr>
        <p:spPr>
          <a:xfrm>
            <a:off x="713225" y="1152475"/>
            <a:ext cx="3858900" cy="34560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Clr>
                <a:schemeClr val="lt2"/>
              </a:buClr>
              <a:buSzPts val="1500"/>
              <a:buChar char="●"/>
              <a:defRPr/>
            </a:lvl1pPr>
            <a:lvl2pPr indent="-323850" lvl="1" marL="914400" rtl="0">
              <a:spcBef>
                <a:spcPts val="0"/>
              </a:spcBef>
              <a:spcAft>
                <a:spcPts val="0"/>
              </a:spcAft>
              <a:buClr>
                <a:srgbClr val="030352"/>
              </a:buClr>
              <a:buSzPts val="1500"/>
              <a:buChar char="○"/>
              <a:defRPr/>
            </a:lvl2pPr>
            <a:lvl3pPr indent="-323850" lvl="2" marL="1371600" rtl="0">
              <a:spcBef>
                <a:spcPts val="0"/>
              </a:spcBef>
              <a:spcAft>
                <a:spcPts val="0"/>
              </a:spcAft>
              <a:buClr>
                <a:srgbClr val="030352"/>
              </a:buClr>
              <a:buSzPts val="1500"/>
              <a:buChar char="■"/>
              <a:defRPr/>
            </a:lvl3pPr>
            <a:lvl4pPr indent="-323850" lvl="3" marL="1828800" rtl="0">
              <a:spcBef>
                <a:spcPts val="0"/>
              </a:spcBef>
              <a:spcAft>
                <a:spcPts val="0"/>
              </a:spcAft>
              <a:buClr>
                <a:srgbClr val="030352"/>
              </a:buClr>
              <a:buSzPts val="1500"/>
              <a:buChar char="●"/>
              <a:defRPr/>
            </a:lvl4pPr>
            <a:lvl5pPr indent="-323850" lvl="4" marL="2286000" rtl="0">
              <a:spcBef>
                <a:spcPts val="0"/>
              </a:spcBef>
              <a:spcAft>
                <a:spcPts val="0"/>
              </a:spcAft>
              <a:buClr>
                <a:srgbClr val="030352"/>
              </a:buClr>
              <a:buSzPts val="1500"/>
              <a:buChar char="○"/>
              <a:defRPr/>
            </a:lvl5pPr>
            <a:lvl6pPr indent="-323850" lvl="5" marL="2743200" rtl="0">
              <a:spcBef>
                <a:spcPts val="0"/>
              </a:spcBef>
              <a:spcAft>
                <a:spcPts val="0"/>
              </a:spcAft>
              <a:buClr>
                <a:srgbClr val="030352"/>
              </a:buClr>
              <a:buSzPts val="1500"/>
              <a:buChar char="■"/>
              <a:defRPr/>
            </a:lvl6pPr>
            <a:lvl7pPr indent="-323850" lvl="6" marL="3200400" rtl="0">
              <a:spcBef>
                <a:spcPts val="0"/>
              </a:spcBef>
              <a:spcAft>
                <a:spcPts val="0"/>
              </a:spcAft>
              <a:buClr>
                <a:srgbClr val="030352"/>
              </a:buClr>
              <a:buSzPts val="1500"/>
              <a:buChar char="●"/>
              <a:defRPr/>
            </a:lvl7pPr>
            <a:lvl8pPr indent="-323850" lvl="7" marL="3657600" rtl="0">
              <a:spcBef>
                <a:spcPts val="0"/>
              </a:spcBef>
              <a:spcAft>
                <a:spcPts val="0"/>
              </a:spcAft>
              <a:buClr>
                <a:srgbClr val="030352"/>
              </a:buClr>
              <a:buSzPts val="1500"/>
              <a:buChar char="○"/>
              <a:defRPr/>
            </a:lvl8pPr>
            <a:lvl9pPr indent="-323850" lvl="8" marL="4114800" rtl="0">
              <a:spcBef>
                <a:spcPts val="0"/>
              </a:spcBef>
              <a:spcAft>
                <a:spcPts val="0"/>
              </a:spcAft>
              <a:buClr>
                <a:srgbClr val="030352"/>
              </a:buClr>
              <a:buSzPts val="1500"/>
              <a:buChar char="■"/>
              <a:defRPr/>
            </a:lvl9pPr>
          </a:lstStyle>
          <a:p/>
        </p:txBody>
      </p:sp>
      <p:sp>
        <p:nvSpPr>
          <p:cNvPr id="208" name="Google Shape;208;p29"/>
          <p:cNvSpPr txBox="1"/>
          <p:nvPr>
            <p:ph idx="2" type="body"/>
          </p:nvPr>
        </p:nvSpPr>
        <p:spPr>
          <a:xfrm>
            <a:off x="4572000" y="1152475"/>
            <a:ext cx="3858900" cy="34560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Clr>
                <a:schemeClr val="lt2"/>
              </a:buClr>
              <a:buSzPts val="1500"/>
              <a:buChar char="●"/>
              <a:defRPr/>
            </a:lvl1pPr>
            <a:lvl2pPr indent="-323850" lvl="1" marL="914400" rtl="0">
              <a:spcBef>
                <a:spcPts val="0"/>
              </a:spcBef>
              <a:spcAft>
                <a:spcPts val="0"/>
              </a:spcAft>
              <a:buClr>
                <a:srgbClr val="030352"/>
              </a:buClr>
              <a:buSzPts val="1500"/>
              <a:buChar char="○"/>
              <a:defRPr/>
            </a:lvl2pPr>
            <a:lvl3pPr indent="-323850" lvl="2" marL="1371600" rtl="0">
              <a:spcBef>
                <a:spcPts val="0"/>
              </a:spcBef>
              <a:spcAft>
                <a:spcPts val="0"/>
              </a:spcAft>
              <a:buClr>
                <a:srgbClr val="030352"/>
              </a:buClr>
              <a:buSzPts val="1500"/>
              <a:buChar char="■"/>
              <a:defRPr/>
            </a:lvl3pPr>
            <a:lvl4pPr indent="-323850" lvl="3" marL="1828800" rtl="0">
              <a:spcBef>
                <a:spcPts val="0"/>
              </a:spcBef>
              <a:spcAft>
                <a:spcPts val="0"/>
              </a:spcAft>
              <a:buClr>
                <a:srgbClr val="030352"/>
              </a:buClr>
              <a:buSzPts val="1500"/>
              <a:buChar char="●"/>
              <a:defRPr/>
            </a:lvl4pPr>
            <a:lvl5pPr indent="-323850" lvl="4" marL="2286000" rtl="0">
              <a:spcBef>
                <a:spcPts val="0"/>
              </a:spcBef>
              <a:spcAft>
                <a:spcPts val="0"/>
              </a:spcAft>
              <a:buClr>
                <a:srgbClr val="030352"/>
              </a:buClr>
              <a:buSzPts val="1500"/>
              <a:buChar char="○"/>
              <a:defRPr/>
            </a:lvl5pPr>
            <a:lvl6pPr indent="-323850" lvl="5" marL="2743200" rtl="0">
              <a:spcBef>
                <a:spcPts val="0"/>
              </a:spcBef>
              <a:spcAft>
                <a:spcPts val="0"/>
              </a:spcAft>
              <a:buClr>
                <a:srgbClr val="030352"/>
              </a:buClr>
              <a:buSzPts val="1500"/>
              <a:buChar char="■"/>
              <a:defRPr/>
            </a:lvl6pPr>
            <a:lvl7pPr indent="-323850" lvl="6" marL="3200400" rtl="0">
              <a:spcBef>
                <a:spcPts val="0"/>
              </a:spcBef>
              <a:spcAft>
                <a:spcPts val="0"/>
              </a:spcAft>
              <a:buClr>
                <a:srgbClr val="030352"/>
              </a:buClr>
              <a:buSzPts val="1500"/>
              <a:buChar char="●"/>
              <a:defRPr/>
            </a:lvl7pPr>
            <a:lvl8pPr indent="-323850" lvl="7" marL="3657600" rtl="0">
              <a:spcBef>
                <a:spcPts val="0"/>
              </a:spcBef>
              <a:spcAft>
                <a:spcPts val="0"/>
              </a:spcAft>
              <a:buClr>
                <a:srgbClr val="030352"/>
              </a:buClr>
              <a:buSzPts val="1500"/>
              <a:buChar char="○"/>
              <a:defRPr/>
            </a:lvl8pPr>
            <a:lvl9pPr indent="-323850" lvl="8" marL="4114800" rtl="0">
              <a:spcBef>
                <a:spcPts val="0"/>
              </a:spcBef>
              <a:spcAft>
                <a:spcPts val="0"/>
              </a:spcAft>
              <a:buClr>
                <a:srgbClr val="030352"/>
              </a:buClr>
              <a:buSzPts val="1500"/>
              <a:buChar char="■"/>
              <a:defRPr/>
            </a:lvl9pPr>
          </a:lstStyle>
          <a:p/>
        </p:txBody>
      </p:sp>
      <p:sp>
        <p:nvSpPr>
          <p:cNvPr id="209" name="Google Shape;209;p29"/>
          <p:cNvSpPr/>
          <p:nvPr/>
        </p:nvSpPr>
        <p:spPr>
          <a:xfrm flipH="1" rot="10800000">
            <a:off x="-1176825" y="-133678"/>
            <a:ext cx="4537735" cy="3130004"/>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9"/>
          <p:cNvSpPr/>
          <p:nvPr/>
        </p:nvSpPr>
        <p:spPr>
          <a:xfrm flipH="1">
            <a:off x="5843673" y="2159824"/>
            <a:ext cx="3979402" cy="3040926"/>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9"/>
          <p:cNvSpPr/>
          <p:nvPr/>
        </p:nvSpPr>
        <p:spPr>
          <a:xfrm rot="-4330085">
            <a:off x="6047897" y="-2508150"/>
            <a:ext cx="3570957" cy="3576828"/>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9"/>
          <p:cNvSpPr/>
          <p:nvPr/>
        </p:nvSpPr>
        <p:spPr>
          <a:xfrm>
            <a:off x="251213" y="420368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5">
    <p:spTree>
      <p:nvGrpSpPr>
        <p:cNvPr id="213" name="Shape 213"/>
        <p:cNvGrpSpPr/>
        <p:nvPr/>
      </p:nvGrpSpPr>
      <p:grpSpPr>
        <a:xfrm>
          <a:off x="0" y="0"/>
          <a:ext cx="0" cy="0"/>
          <a:chOff x="0" y="0"/>
          <a:chExt cx="0" cy="0"/>
        </a:xfrm>
      </p:grpSpPr>
      <p:sp>
        <p:nvSpPr>
          <p:cNvPr id="214" name="Google Shape;214;p30"/>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15" name="Google Shape;215;p30"/>
          <p:cNvSpPr txBox="1"/>
          <p:nvPr>
            <p:ph idx="1" type="subTitle"/>
          </p:nvPr>
        </p:nvSpPr>
        <p:spPr>
          <a:xfrm>
            <a:off x="713225" y="1621950"/>
            <a:ext cx="4035300" cy="485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16" name="Google Shape;216;p30"/>
          <p:cNvSpPr txBox="1"/>
          <p:nvPr>
            <p:ph idx="2" type="subTitle"/>
          </p:nvPr>
        </p:nvSpPr>
        <p:spPr>
          <a:xfrm>
            <a:off x="713264" y="3084321"/>
            <a:ext cx="4035300" cy="485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17" name="Google Shape;217;p30"/>
          <p:cNvSpPr txBox="1"/>
          <p:nvPr>
            <p:ph idx="3" type="subTitle"/>
          </p:nvPr>
        </p:nvSpPr>
        <p:spPr>
          <a:xfrm>
            <a:off x="713225" y="1966674"/>
            <a:ext cx="4035300" cy="836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18" name="Google Shape;218;p30"/>
          <p:cNvSpPr txBox="1"/>
          <p:nvPr>
            <p:ph idx="4" type="subTitle"/>
          </p:nvPr>
        </p:nvSpPr>
        <p:spPr>
          <a:xfrm>
            <a:off x="713275" y="3429050"/>
            <a:ext cx="4035300" cy="836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19" name="Google Shape;219;p30"/>
          <p:cNvSpPr/>
          <p:nvPr/>
        </p:nvSpPr>
        <p:spPr>
          <a:xfrm flipH="1">
            <a:off x="3977938" y="1449375"/>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0"/>
          <p:cNvSpPr/>
          <p:nvPr/>
        </p:nvSpPr>
        <p:spPr>
          <a:xfrm flipH="1" rot="10800000">
            <a:off x="-773350" y="-610874"/>
            <a:ext cx="5051931" cy="1916699"/>
          </a:xfrm>
          <a:custGeom>
            <a:rect b="b" l="l" r="r" t="t"/>
            <a:pathLst>
              <a:path extrusionOk="0" h="26409" w="69605">
                <a:moveTo>
                  <a:pt x="4552" y="1"/>
                </a:moveTo>
                <a:cubicBezTo>
                  <a:pt x="3035" y="1"/>
                  <a:pt x="1492" y="203"/>
                  <a:pt x="1" y="536"/>
                </a:cubicBezTo>
                <a:lnTo>
                  <a:pt x="1" y="26408"/>
                </a:lnTo>
                <a:lnTo>
                  <a:pt x="69605" y="26408"/>
                </a:lnTo>
                <a:cubicBezTo>
                  <a:pt x="69450" y="25789"/>
                  <a:pt x="69248" y="25194"/>
                  <a:pt x="69021" y="24622"/>
                </a:cubicBezTo>
                <a:cubicBezTo>
                  <a:pt x="66759" y="19205"/>
                  <a:pt x="61390" y="15550"/>
                  <a:pt x="55698" y="14109"/>
                </a:cubicBezTo>
                <a:cubicBezTo>
                  <a:pt x="53140" y="13459"/>
                  <a:pt x="50513" y="13202"/>
                  <a:pt x="47869" y="13202"/>
                </a:cubicBezTo>
                <a:cubicBezTo>
                  <a:pt x="44656" y="13202"/>
                  <a:pt x="41418" y="13581"/>
                  <a:pt x="38244" y="14097"/>
                </a:cubicBezTo>
                <a:cubicBezTo>
                  <a:pt x="35155" y="14599"/>
                  <a:pt x="32056" y="15220"/>
                  <a:pt x="28945" y="15220"/>
                </a:cubicBezTo>
                <a:cubicBezTo>
                  <a:pt x="28806" y="15220"/>
                  <a:pt x="28667" y="15219"/>
                  <a:pt x="28528" y="15217"/>
                </a:cubicBezTo>
                <a:cubicBezTo>
                  <a:pt x="25254" y="15157"/>
                  <a:pt x="21885" y="14288"/>
                  <a:pt x="19444" y="12121"/>
                </a:cubicBezTo>
                <a:cubicBezTo>
                  <a:pt x="16336" y="9347"/>
                  <a:pt x="15134" y="4858"/>
                  <a:pt x="11871" y="2263"/>
                </a:cubicBezTo>
                <a:cubicBezTo>
                  <a:pt x="9793" y="624"/>
                  <a:pt x="7213" y="1"/>
                  <a:pt x="4552"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0"/>
          <p:cNvSpPr/>
          <p:nvPr/>
        </p:nvSpPr>
        <p:spPr>
          <a:xfrm>
            <a:off x="1212638" y="44800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0"/>
          <p:cNvSpPr/>
          <p:nvPr/>
        </p:nvSpPr>
        <p:spPr>
          <a:xfrm>
            <a:off x="8302213" y="3969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21">
    <p:spTree>
      <p:nvGrpSpPr>
        <p:cNvPr id="223" name="Shape 223"/>
        <p:cNvGrpSpPr/>
        <p:nvPr/>
      </p:nvGrpSpPr>
      <p:grpSpPr>
        <a:xfrm>
          <a:off x="0" y="0"/>
          <a:ext cx="0" cy="0"/>
          <a:chOff x="0" y="0"/>
          <a:chExt cx="0" cy="0"/>
        </a:xfrm>
      </p:grpSpPr>
      <p:sp>
        <p:nvSpPr>
          <p:cNvPr id="224" name="Google Shape;224;p3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25" name="Google Shape;225;p31"/>
          <p:cNvSpPr txBox="1"/>
          <p:nvPr>
            <p:ph idx="1" type="subTitle"/>
          </p:nvPr>
        </p:nvSpPr>
        <p:spPr>
          <a:xfrm>
            <a:off x="1283650" y="3451850"/>
            <a:ext cx="2725800" cy="572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26" name="Google Shape;226;p31"/>
          <p:cNvSpPr txBox="1"/>
          <p:nvPr>
            <p:ph idx="2" type="subTitle"/>
          </p:nvPr>
        </p:nvSpPr>
        <p:spPr>
          <a:xfrm>
            <a:off x="1283650" y="3883475"/>
            <a:ext cx="2725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27" name="Google Shape;227;p31"/>
          <p:cNvSpPr txBox="1"/>
          <p:nvPr>
            <p:ph idx="3" type="subTitle"/>
          </p:nvPr>
        </p:nvSpPr>
        <p:spPr>
          <a:xfrm>
            <a:off x="5134500" y="3451850"/>
            <a:ext cx="2725800" cy="572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28" name="Google Shape;228;p31"/>
          <p:cNvSpPr txBox="1"/>
          <p:nvPr>
            <p:ph idx="4" type="subTitle"/>
          </p:nvPr>
        </p:nvSpPr>
        <p:spPr>
          <a:xfrm>
            <a:off x="5134500" y="3883475"/>
            <a:ext cx="2725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grpSp>
        <p:nvGrpSpPr>
          <p:cNvPr id="229" name="Google Shape;229;p31"/>
          <p:cNvGrpSpPr/>
          <p:nvPr/>
        </p:nvGrpSpPr>
        <p:grpSpPr>
          <a:xfrm flipH="1">
            <a:off x="-890728" y="-2046454"/>
            <a:ext cx="12580546" cy="7373977"/>
            <a:chOff x="-2354778" y="-2046454"/>
            <a:chExt cx="12580546" cy="7373977"/>
          </a:xfrm>
        </p:grpSpPr>
        <p:sp>
          <p:nvSpPr>
            <p:cNvPr id="230" name="Google Shape;230;p31"/>
            <p:cNvSpPr/>
            <p:nvPr/>
          </p:nvSpPr>
          <p:spPr>
            <a:xfrm>
              <a:off x="-987850" y="2148874"/>
              <a:ext cx="4834303" cy="3178650"/>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1"/>
            <p:cNvSpPr/>
            <p:nvPr/>
          </p:nvSpPr>
          <p:spPr>
            <a:xfrm>
              <a:off x="5653795" y="-76200"/>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1"/>
            <p:cNvSpPr/>
            <p:nvPr/>
          </p:nvSpPr>
          <p:spPr>
            <a:xfrm rot="7744585">
              <a:off x="-1694422" y="-1389205"/>
              <a:ext cx="3237369" cy="3242736"/>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31"/>
          <p:cNvSpPr/>
          <p:nvPr/>
        </p:nvSpPr>
        <p:spPr>
          <a:xfrm>
            <a:off x="8568163" y="20870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4" name="Shape 234"/>
        <p:cNvGrpSpPr/>
        <p:nvPr/>
      </p:nvGrpSpPr>
      <p:grpSpPr>
        <a:xfrm>
          <a:off x="0" y="0"/>
          <a:ext cx="0" cy="0"/>
          <a:chOff x="0" y="0"/>
          <a:chExt cx="0" cy="0"/>
        </a:xfrm>
      </p:grpSpPr>
      <p:sp>
        <p:nvSpPr>
          <p:cNvPr id="235" name="Google Shape;235;p3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36" name="Google Shape;236;p32"/>
          <p:cNvSpPr txBox="1"/>
          <p:nvPr>
            <p:ph idx="1" type="subTitle"/>
          </p:nvPr>
        </p:nvSpPr>
        <p:spPr>
          <a:xfrm>
            <a:off x="984550" y="1960450"/>
            <a:ext cx="2073300" cy="855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37" name="Google Shape;237;p32"/>
          <p:cNvSpPr txBox="1"/>
          <p:nvPr>
            <p:ph idx="2" type="subTitle"/>
          </p:nvPr>
        </p:nvSpPr>
        <p:spPr>
          <a:xfrm>
            <a:off x="984550" y="2674974"/>
            <a:ext cx="2073300" cy="1067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38" name="Google Shape;238;p32"/>
          <p:cNvSpPr txBox="1"/>
          <p:nvPr>
            <p:ph idx="3" type="subTitle"/>
          </p:nvPr>
        </p:nvSpPr>
        <p:spPr>
          <a:xfrm>
            <a:off x="3535325" y="1960450"/>
            <a:ext cx="2073300" cy="855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39" name="Google Shape;239;p32"/>
          <p:cNvSpPr txBox="1"/>
          <p:nvPr>
            <p:ph idx="4" type="subTitle"/>
          </p:nvPr>
        </p:nvSpPr>
        <p:spPr>
          <a:xfrm>
            <a:off x="3535325" y="2674975"/>
            <a:ext cx="2073300" cy="1067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40" name="Google Shape;240;p32"/>
          <p:cNvSpPr txBox="1"/>
          <p:nvPr>
            <p:ph idx="5" type="subTitle"/>
          </p:nvPr>
        </p:nvSpPr>
        <p:spPr>
          <a:xfrm>
            <a:off x="6086100" y="1960450"/>
            <a:ext cx="2073300" cy="855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41" name="Google Shape;241;p32"/>
          <p:cNvSpPr txBox="1"/>
          <p:nvPr>
            <p:ph idx="6" type="subTitle"/>
          </p:nvPr>
        </p:nvSpPr>
        <p:spPr>
          <a:xfrm>
            <a:off x="6086100" y="2674975"/>
            <a:ext cx="2073300" cy="1067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42" name="Google Shape;242;p32"/>
          <p:cNvSpPr/>
          <p:nvPr/>
        </p:nvSpPr>
        <p:spPr>
          <a:xfrm>
            <a:off x="6993500" y="-99450"/>
            <a:ext cx="2584806"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a:off x="-576250" y="3598326"/>
            <a:ext cx="5051931" cy="1916699"/>
          </a:xfrm>
          <a:custGeom>
            <a:rect b="b" l="l" r="r" t="t"/>
            <a:pathLst>
              <a:path extrusionOk="0" h="26409" w="69605">
                <a:moveTo>
                  <a:pt x="4552" y="1"/>
                </a:moveTo>
                <a:cubicBezTo>
                  <a:pt x="3035" y="1"/>
                  <a:pt x="1492" y="203"/>
                  <a:pt x="1" y="536"/>
                </a:cubicBezTo>
                <a:lnTo>
                  <a:pt x="1" y="26408"/>
                </a:lnTo>
                <a:lnTo>
                  <a:pt x="69605" y="26408"/>
                </a:lnTo>
                <a:cubicBezTo>
                  <a:pt x="69450" y="25789"/>
                  <a:pt x="69248" y="25194"/>
                  <a:pt x="69021" y="24622"/>
                </a:cubicBezTo>
                <a:cubicBezTo>
                  <a:pt x="66759" y="19205"/>
                  <a:pt x="61390" y="15550"/>
                  <a:pt x="55698" y="14109"/>
                </a:cubicBezTo>
                <a:cubicBezTo>
                  <a:pt x="53140" y="13459"/>
                  <a:pt x="50513" y="13202"/>
                  <a:pt x="47869" y="13202"/>
                </a:cubicBezTo>
                <a:cubicBezTo>
                  <a:pt x="44656" y="13202"/>
                  <a:pt x="41418" y="13581"/>
                  <a:pt x="38244" y="14097"/>
                </a:cubicBezTo>
                <a:cubicBezTo>
                  <a:pt x="35155" y="14599"/>
                  <a:pt x="32056" y="15220"/>
                  <a:pt x="28945" y="15220"/>
                </a:cubicBezTo>
                <a:cubicBezTo>
                  <a:pt x="28806" y="15220"/>
                  <a:pt x="28667" y="15219"/>
                  <a:pt x="28528" y="15217"/>
                </a:cubicBezTo>
                <a:cubicBezTo>
                  <a:pt x="25254" y="15157"/>
                  <a:pt x="21885" y="14288"/>
                  <a:pt x="19444" y="12121"/>
                </a:cubicBezTo>
                <a:cubicBezTo>
                  <a:pt x="16336" y="9347"/>
                  <a:pt x="15134" y="4858"/>
                  <a:pt x="11871" y="2263"/>
                </a:cubicBezTo>
                <a:cubicBezTo>
                  <a:pt x="9793" y="624"/>
                  <a:pt x="7213" y="1"/>
                  <a:pt x="4552"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rot="4578679">
            <a:off x="-1733514" y="-673793"/>
            <a:ext cx="294033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2"/>
          <p:cNvSpPr/>
          <p:nvPr/>
        </p:nvSpPr>
        <p:spPr>
          <a:xfrm>
            <a:off x="8636863" y="25757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8">
    <p:spTree>
      <p:nvGrpSpPr>
        <p:cNvPr id="246" name="Shape 246"/>
        <p:cNvGrpSpPr/>
        <p:nvPr/>
      </p:nvGrpSpPr>
      <p:grpSpPr>
        <a:xfrm>
          <a:off x="0" y="0"/>
          <a:ext cx="0" cy="0"/>
          <a:chOff x="0" y="0"/>
          <a:chExt cx="0" cy="0"/>
        </a:xfrm>
      </p:grpSpPr>
      <p:sp>
        <p:nvSpPr>
          <p:cNvPr id="247" name="Google Shape;247;p3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48" name="Google Shape;248;p33"/>
          <p:cNvSpPr txBox="1"/>
          <p:nvPr>
            <p:ph idx="1" type="subTitle"/>
          </p:nvPr>
        </p:nvSpPr>
        <p:spPr>
          <a:xfrm>
            <a:off x="1589279" y="1653863"/>
            <a:ext cx="2744100" cy="57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49" name="Google Shape;249;p33"/>
          <p:cNvSpPr txBox="1"/>
          <p:nvPr>
            <p:ph idx="2" type="subTitle"/>
          </p:nvPr>
        </p:nvSpPr>
        <p:spPr>
          <a:xfrm>
            <a:off x="1589275" y="2134587"/>
            <a:ext cx="2744100" cy="57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50" name="Google Shape;250;p33"/>
          <p:cNvSpPr txBox="1"/>
          <p:nvPr>
            <p:ph idx="3" type="subTitle"/>
          </p:nvPr>
        </p:nvSpPr>
        <p:spPr>
          <a:xfrm>
            <a:off x="4810696" y="1653863"/>
            <a:ext cx="2744100" cy="57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51" name="Google Shape;251;p33"/>
          <p:cNvSpPr txBox="1"/>
          <p:nvPr>
            <p:ph idx="4" type="subTitle"/>
          </p:nvPr>
        </p:nvSpPr>
        <p:spPr>
          <a:xfrm>
            <a:off x="4810696" y="2134587"/>
            <a:ext cx="2744100" cy="57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52" name="Google Shape;252;p33"/>
          <p:cNvSpPr txBox="1"/>
          <p:nvPr>
            <p:ph idx="5" type="subTitle"/>
          </p:nvPr>
        </p:nvSpPr>
        <p:spPr>
          <a:xfrm>
            <a:off x="1589279" y="3116215"/>
            <a:ext cx="2744100" cy="57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53" name="Google Shape;253;p33"/>
          <p:cNvSpPr txBox="1"/>
          <p:nvPr>
            <p:ph idx="6" type="subTitle"/>
          </p:nvPr>
        </p:nvSpPr>
        <p:spPr>
          <a:xfrm>
            <a:off x="1589275" y="3596937"/>
            <a:ext cx="2744100" cy="57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54" name="Google Shape;254;p33"/>
          <p:cNvSpPr txBox="1"/>
          <p:nvPr>
            <p:ph idx="7" type="subTitle"/>
          </p:nvPr>
        </p:nvSpPr>
        <p:spPr>
          <a:xfrm>
            <a:off x="4810696" y="3116215"/>
            <a:ext cx="2744100" cy="575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55" name="Google Shape;255;p33"/>
          <p:cNvSpPr txBox="1"/>
          <p:nvPr>
            <p:ph idx="8" type="subTitle"/>
          </p:nvPr>
        </p:nvSpPr>
        <p:spPr>
          <a:xfrm>
            <a:off x="4810696" y="3596937"/>
            <a:ext cx="2744100" cy="57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56" name="Google Shape;256;p33"/>
          <p:cNvSpPr/>
          <p:nvPr/>
        </p:nvSpPr>
        <p:spPr>
          <a:xfrm>
            <a:off x="5916660" y="-455825"/>
            <a:ext cx="3546905"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a:off x="-616900" y="1703912"/>
            <a:ext cx="4834303"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p:nvPr/>
        </p:nvSpPr>
        <p:spPr>
          <a:xfrm rot="-8819378">
            <a:off x="-756946" y="-1674450"/>
            <a:ext cx="294034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9">
    <p:spTree>
      <p:nvGrpSpPr>
        <p:cNvPr id="259" name="Shape 259"/>
        <p:cNvGrpSpPr/>
        <p:nvPr/>
      </p:nvGrpSpPr>
      <p:grpSpPr>
        <a:xfrm>
          <a:off x="0" y="0"/>
          <a:ext cx="0" cy="0"/>
          <a:chOff x="0" y="0"/>
          <a:chExt cx="0" cy="0"/>
        </a:xfrm>
      </p:grpSpPr>
      <p:sp>
        <p:nvSpPr>
          <p:cNvPr id="260" name="Google Shape;260;p3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61" name="Google Shape;261;p34"/>
          <p:cNvSpPr txBox="1"/>
          <p:nvPr>
            <p:ph idx="1" type="subTitle"/>
          </p:nvPr>
        </p:nvSpPr>
        <p:spPr>
          <a:xfrm>
            <a:off x="984550" y="1792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62" name="Google Shape;262;p34"/>
          <p:cNvSpPr txBox="1"/>
          <p:nvPr>
            <p:ph idx="2" type="subTitle"/>
          </p:nvPr>
        </p:nvSpPr>
        <p:spPr>
          <a:xfrm>
            <a:off x="984550" y="2143322"/>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63" name="Google Shape;263;p34"/>
          <p:cNvSpPr txBox="1"/>
          <p:nvPr>
            <p:ph idx="3" type="subTitle"/>
          </p:nvPr>
        </p:nvSpPr>
        <p:spPr>
          <a:xfrm>
            <a:off x="3535325" y="1792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64" name="Google Shape;264;p34"/>
          <p:cNvSpPr txBox="1"/>
          <p:nvPr>
            <p:ph idx="4" type="subTitle"/>
          </p:nvPr>
        </p:nvSpPr>
        <p:spPr>
          <a:xfrm>
            <a:off x="3535325" y="2143323"/>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65" name="Google Shape;265;p34"/>
          <p:cNvSpPr txBox="1"/>
          <p:nvPr>
            <p:ph idx="5" type="subTitle"/>
          </p:nvPr>
        </p:nvSpPr>
        <p:spPr>
          <a:xfrm>
            <a:off x="6086100" y="1792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66" name="Google Shape;266;p34"/>
          <p:cNvSpPr txBox="1"/>
          <p:nvPr>
            <p:ph idx="6" type="subTitle"/>
          </p:nvPr>
        </p:nvSpPr>
        <p:spPr>
          <a:xfrm>
            <a:off x="6086100" y="2143323"/>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67" name="Google Shape;267;p34"/>
          <p:cNvSpPr txBox="1"/>
          <p:nvPr>
            <p:ph idx="7" type="subTitle"/>
          </p:nvPr>
        </p:nvSpPr>
        <p:spPr>
          <a:xfrm>
            <a:off x="2259963" y="3027500"/>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68" name="Google Shape;268;p34"/>
          <p:cNvSpPr txBox="1"/>
          <p:nvPr>
            <p:ph idx="8" type="subTitle"/>
          </p:nvPr>
        </p:nvSpPr>
        <p:spPr>
          <a:xfrm>
            <a:off x="2259963" y="3377947"/>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69" name="Google Shape;269;p34"/>
          <p:cNvSpPr txBox="1"/>
          <p:nvPr>
            <p:ph idx="9" type="subTitle"/>
          </p:nvPr>
        </p:nvSpPr>
        <p:spPr>
          <a:xfrm>
            <a:off x="4810737" y="3027500"/>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70" name="Google Shape;270;p34"/>
          <p:cNvSpPr txBox="1"/>
          <p:nvPr>
            <p:ph idx="13" type="subTitle"/>
          </p:nvPr>
        </p:nvSpPr>
        <p:spPr>
          <a:xfrm>
            <a:off x="4810737" y="3377948"/>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71" name="Google Shape;271;p34"/>
          <p:cNvSpPr/>
          <p:nvPr/>
        </p:nvSpPr>
        <p:spPr>
          <a:xfrm>
            <a:off x="-879112" y="1624625"/>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p:nvPr/>
        </p:nvSpPr>
        <p:spPr>
          <a:xfrm>
            <a:off x="5446029" y="-645700"/>
            <a:ext cx="4967776"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
          <p:cNvSpPr/>
          <p:nvPr/>
        </p:nvSpPr>
        <p:spPr>
          <a:xfrm rot="-6674451">
            <a:off x="-1829837" y="-1759833"/>
            <a:ext cx="3237372" cy="3242742"/>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8352088" y="24432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9">
    <p:spTree>
      <p:nvGrpSpPr>
        <p:cNvPr id="275" name="Shape 275"/>
        <p:cNvGrpSpPr/>
        <p:nvPr/>
      </p:nvGrpSpPr>
      <p:grpSpPr>
        <a:xfrm>
          <a:off x="0" y="0"/>
          <a:ext cx="0" cy="0"/>
          <a:chOff x="0" y="0"/>
          <a:chExt cx="0" cy="0"/>
        </a:xfrm>
      </p:grpSpPr>
      <p:sp>
        <p:nvSpPr>
          <p:cNvPr id="276" name="Google Shape;276;p3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sz="37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77" name="Google Shape;277;p35"/>
          <p:cNvSpPr txBox="1"/>
          <p:nvPr>
            <p:ph idx="1" type="subTitle"/>
          </p:nvPr>
        </p:nvSpPr>
        <p:spPr>
          <a:xfrm>
            <a:off x="984550" y="1731850"/>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78" name="Google Shape;278;p35"/>
          <p:cNvSpPr txBox="1"/>
          <p:nvPr>
            <p:ph idx="2" type="subTitle"/>
          </p:nvPr>
        </p:nvSpPr>
        <p:spPr>
          <a:xfrm>
            <a:off x="984550" y="2082297"/>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79" name="Google Shape;279;p35"/>
          <p:cNvSpPr txBox="1"/>
          <p:nvPr>
            <p:ph idx="3" type="subTitle"/>
          </p:nvPr>
        </p:nvSpPr>
        <p:spPr>
          <a:xfrm>
            <a:off x="3535325" y="1731850"/>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80" name="Google Shape;280;p35"/>
          <p:cNvSpPr txBox="1"/>
          <p:nvPr>
            <p:ph idx="4" type="subTitle"/>
          </p:nvPr>
        </p:nvSpPr>
        <p:spPr>
          <a:xfrm>
            <a:off x="3535325" y="2082298"/>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81" name="Google Shape;281;p35"/>
          <p:cNvSpPr txBox="1"/>
          <p:nvPr>
            <p:ph idx="5" type="subTitle"/>
          </p:nvPr>
        </p:nvSpPr>
        <p:spPr>
          <a:xfrm>
            <a:off x="6086100" y="1731850"/>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82" name="Google Shape;282;p35"/>
          <p:cNvSpPr txBox="1"/>
          <p:nvPr>
            <p:ph idx="6" type="subTitle"/>
          </p:nvPr>
        </p:nvSpPr>
        <p:spPr>
          <a:xfrm>
            <a:off x="6086100" y="2082298"/>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83" name="Google Shape;283;p35"/>
          <p:cNvSpPr txBox="1"/>
          <p:nvPr>
            <p:ph idx="7" type="subTitle"/>
          </p:nvPr>
        </p:nvSpPr>
        <p:spPr>
          <a:xfrm>
            <a:off x="984575" y="3118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84" name="Google Shape;284;p35"/>
          <p:cNvSpPr txBox="1"/>
          <p:nvPr>
            <p:ph idx="8" type="subTitle"/>
          </p:nvPr>
        </p:nvSpPr>
        <p:spPr>
          <a:xfrm>
            <a:off x="984575" y="3469322"/>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85" name="Google Shape;285;p35"/>
          <p:cNvSpPr txBox="1"/>
          <p:nvPr>
            <p:ph idx="9" type="subTitle"/>
          </p:nvPr>
        </p:nvSpPr>
        <p:spPr>
          <a:xfrm>
            <a:off x="3535350" y="3118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86" name="Google Shape;286;p35"/>
          <p:cNvSpPr txBox="1"/>
          <p:nvPr>
            <p:ph idx="13" type="subTitle"/>
          </p:nvPr>
        </p:nvSpPr>
        <p:spPr>
          <a:xfrm>
            <a:off x="3535350" y="3469323"/>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87" name="Google Shape;287;p35"/>
          <p:cNvSpPr txBox="1"/>
          <p:nvPr>
            <p:ph idx="14" type="subTitle"/>
          </p:nvPr>
        </p:nvSpPr>
        <p:spPr>
          <a:xfrm>
            <a:off x="6086125" y="3118875"/>
            <a:ext cx="2073300" cy="510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1800"/>
              <a:buNone/>
              <a:defRPr sz="2400">
                <a:latin typeface="Paytone One"/>
                <a:ea typeface="Paytone One"/>
                <a:cs typeface="Paytone One"/>
                <a:sym typeface="Paytone 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288" name="Google Shape;288;p35"/>
          <p:cNvSpPr txBox="1"/>
          <p:nvPr>
            <p:ph idx="15" type="subTitle"/>
          </p:nvPr>
        </p:nvSpPr>
        <p:spPr>
          <a:xfrm>
            <a:off x="6086125" y="3469323"/>
            <a:ext cx="2073300" cy="63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5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89" name="Google Shape;289;p35"/>
          <p:cNvSpPr/>
          <p:nvPr/>
        </p:nvSpPr>
        <p:spPr>
          <a:xfrm flipH="1">
            <a:off x="-938551" y="-791975"/>
            <a:ext cx="4314476" cy="3258682"/>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5"/>
          <p:cNvSpPr/>
          <p:nvPr/>
        </p:nvSpPr>
        <p:spPr>
          <a:xfrm flipH="1">
            <a:off x="4350440" y="2348476"/>
            <a:ext cx="6189835" cy="282814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5"/>
          <p:cNvSpPr/>
          <p:nvPr/>
        </p:nvSpPr>
        <p:spPr>
          <a:xfrm>
            <a:off x="344113" y="448001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22">
    <p:spTree>
      <p:nvGrpSpPr>
        <p:cNvPr id="292" name="Shape 292"/>
        <p:cNvGrpSpPr/>
        <p:nvPr/>
      </p:nvGrpSpPr>
      <p:grpSpPr>
        <a:xfrm>
          <a:off x="0" y="0"/>
          <a:ext cx="0" cy="0"/>
          <a:chOff x="0" y="0"/>
          <a:chExt cx="0" cy="0"/>
        </a:xfrm>
      </p:grpSpPr>
      <p:sp>
        <p:nvSpPr>
          <p:cNvPr id="293" name="Google Shape;293;p36"/>
          <p:cNvSpPr txBox="1"/>
          <p:nvPr>
            <p:ph type="title"/>
          </p:nvPr>
        </p:nvSpPr>
        <p:spPr>
          <a:xfrm>
            <a:off x="713225" y="748300"/>
            <a:ext cx="4162200" cy="10053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sz="72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94" name="Google Shape;294;p36"/>
          <p:cNvSpPr txBox="1"/>
          <p:nvPr>
            <p:ph idx="1" type="subTitle"/>
          </p:nvPr>
        </p:nvSpPr>
        <p:spPr>
          <a:xfrm>
            <a:off x="713225" y="1554225"/>
            <a:ext cx="3101700" cy="1198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800"/>
            </a:lvl1pPr>
            <a:lvl2pPr lvl="1" rtl="0" algn="ctr">
              <a:spcBef>
                <a:spcPts val="0"/>
              </a:spcBef>
              <a:spcAft>
                <a:spcPts val="0"/>
              </a:spcAft>
              <a:buSzPts val="1500"/>
              <a:buNone/>
              <a:defRPr/>
            </a:lvl2pPr>
            <a:lvl3pPr lvl="2" rtl="0" algn="ctr">
              <a:spcBef>
                <a:spcPts val="0"/>
              </a:spcBef>
              <a:spcAft>
                <a:spcPts val="0"/>
              </a:spcAft>
              <a:buSzPts val="1500"/>
              <a:buNone/>
              <a:defRPr/>
            </a:lvl3pPr>
            <a:lvl4pPr lvl="3" rtl="0" algn="ctr">
              <a:spcBef>
                <a:spcPts val="0"/>
              </a:spcBef>
              <a:spcAft>
                <a:spcPts val="0"/>
              </a:spcAft>
              <a:buSzPts val="1500"/>
              <a:buNone/>
              <a:defRPr/>
            </a:lvl4pPr>
            <a:lvl5pPr lvl="4" rtl="0" algn="ctr">
              <a:spcBef>
                <a:spcPts val="0"/>
              </a:spcBef>
              <a:spcAft>
                <a:spcPts val="0"/>
              </a:spcAft>
              <a:buSzPts val="1500"/>
              <a:buNone/>
              <a:defRPr/>
            </a:lvl5pPr>
            <a:lvl6pPr lvl="5" rtl="0" algn="ctr">
              <a:spcBef>
                <a:spcPts val="0"/>
              </a:spcBef>
              <a:spcAft>
                <a:spcPts val="0"/>
              </a:spcAft>
              <a:buSzPts val="1500"/>
              <a:buNone/>
              <a:defRPr/>
            </a:lvl6pPr>
            <a:lvl7pPr lvl="6" rtl="0" algn="ctr">
              <a:spcBef>
                <a:spcPts val="0"/>
              </a:spcBef>
              <a:spcAft>
                <a:spcPts val="0"/>
              </a:spcAft>
              <a:buSzPts val="1500"/>
              <a:buNone/>
              <a:defRPr/>
            </a:lvl7pPr>
            <a:lvl8pPr lvl="7" rtl="0" algn="ctr">
              <a:spcBef>
                <a:spcPts val="0"/>
              </a:spcBef>
              <a:spcAft>
                <a:spcPts val="0"/>
              </a:spcAft>
              <a:buSzPts val="1500"/>
              <a:buNone/>
              <a:defRPr/>
            </a:lvl8pPr>
            <a:lvl9pPr lvl="8" rtl="0" algn="ctr">
              <a:spcBef>
                <a:spcPts val="0"/>
              </a:spcBef>
              <a:spcAft>
                <a:spcPts val="0"/>
              </a:spcAft>
              <a:buSzPts val="1500"/>
              <a:buNone/>
              <a:defRPr/>
            </a:lvl9pPr>
          </a:lstStyle>
          <a:p/>
        </p:txBody>
      </p:sp>
      <p:sp>
        <p:nvSpPr>
          <p:cNvPr id="295" name="Google Shape;295;p36"/>
          <p:cNvSpPr/>
          <p:nvPr/>
        </p:nvSpPr>
        <p:spPr>
          <a:xfrm flipH="1">
            <a:off x="3534648" y="1270750"/>
            <a:ext cx="5871652" cy="392867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6"/>
          <p:cNvSpPr/>
          <p:nvPr/>
        </p:nvSpPr>
        <p:spPr>
          <a:xfrm flipH="1">
            <a:off x="-1572755" y="-356525"/>
            <a:ext cx="4571973" cy="2289170"/>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6"/>
          <p:cNvSpPr/>
          <p:nvPr/>
        </p:nvSpPr>
        <p:spPr>
          <a:xfrm rot="6682030">
            <a:off x="2377520" y="4167691"/>
            <a:ext cx="3570944" cy="3576836"/>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6"/>
          <p:cNvSpPr txBox="1"/>
          <p:nvPr/>
        </p:nvSpPr>
        <p:spPr>
          <a:xfrm>
            <a:off x="713225" y="3536725"/>
            <a:ext cx="4369200" cy="5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idact Gothic"/>
                <a:ea typeface="Didact Gothic"/>
                <a:cs typeface="Didact Gothic"/>
                <a:sym typeface="Didact Gothic"/>
              </a:rPr>
              <a:t>CREDITS:</a:t>
            </a:r>
            <a:r>
              <a:rPr lang="en" sz="1200">
                <a:solidFill>
                  <a:schemeClr val="dk1"/>
                </a:solidFill>
                <a:latin typeface="Didact Gothic"/>
                <a:ea typeface="Didact Gothic"/>
                <a:cs typeface="Didact Gothic"/>
                <a:sym typeface="Didact Gothic"/>
              </a:rPr>
              <a:t> This presentation template was created by </a:t>
            </a:r>
            <a:r>
              <a:rPr b="1" lang="en" sz="1200">
                <a:solidFill>
                  <a:schemeClr val="dk1"/>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lang="en" sz="1200">
                <a:solidFill>
                  <a:schemeClr val="dk1"/>
                </a:solidFill>
                <a:latin typeface="Didact Gothic"/>
                <a:ea typeface="Didact Gothic"/>
                <a:cs typeface="Didact Gothic"/>
                <a:sym typeface="Didact Gothic"/>
              </a:rPr>
              <a:t>, including icons by </a:t>
            </a:r>
            <a:r>
              <a:rPr b="1" lang="en" sz="1200">
                <a:solidFill>
                  <a:schemeClr val="dk1"/>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dk1"/>
                </a:solidFill>
                <a:latin typeface="Didact Gothic"/>
                <a:ea typeface="Didact Gothic"/>
                <a:cs typeface="Didact Gothic"/>
                <a:sym typeface="Didact Gothic"/>
              </a:rPr>
              <a:t>, infographics &amp; images by </a:t>
            </a:r>
            <a:r>
              <a:rPr b="1" lang="en" sz="1200">
                <a:solidFill>
                  <a:schemeClr val="dk1"/>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lang="en" sz="1200">
                <a:solidFill>
                  <a:schemeClr val="dk1"/>
                </a:solidFill>
                <a:latin typeface="Didact Gothic"/>
                <a:ea typeface="Didact Gothic"/>
                <a:cs typeface="Didact Gothic"/>
                <a:sym typeface="Didact Gothic"/>
              </a:rPr>
              <a:t> </a:t>
            </a:r>
            <a:endParaRPr sz="1200">
              <a:solidFill>
                <a:schemeClr val="dk1"/>
              </a:solidFill>
              <a:latin typeface="Didact Gothic"/>
              <a:ea typeface="Didact Gothic"/>
              <a:cs typeface="Didact Gothic"/>
              <a:sym typeface="Didact Gothic"/>
            </a:endParaRPr>
          </a:p>
        </p:txBody>
      </p:sp>
      <p:sp>
        <p:nvSpPr>
          <p:cNvPr id="299" name="Google Shape;299;p36"/>
          <p:cNvSpPr/>
          <p:nvPr/>
        </p:nvSpPr>
        <p:spPr>
          <a:xfrm>
            <a:off x="3097063" y="22483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4">
    <p:spTree>
      <p:nvGrpSpPr>
        <p:cNvPr id="300" name="Shape 300"/>
        <p:cNvGrpSpPr/>
        <p:nvPr/>
      </p:nvGrpSpPr>
      <p:grpSpPr>
        <a:xfrm>
          <a:off x="0" y="0"/>
          <a:ext cx="0" cy="0"/>
          <a:chOff x="0" y="0"/>
          <a:chExt cx="0" cy="0"/>
        </a:xfrm>
      </p:grpSpPr>
      <p:sp>
        <p:nvSpPr>
          <p:cNvPr id="301" name="Google Shape;301;p37"/>
          <p:cNvSpPr/>
          <p:nvPr/>
        </p:nvSpPr>
        <p:spPr>
          <a:xfrm>
            <a:off x="5916660" y="-455825"/>
            <a:ext cx="3546905"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7"/>
          <p:cNvSpPr/>
          <p:nvPr/>
        </p:nvSpPr>
        <p:spPr>
          <a:xfrm>
            <a:off x="-616900" y="1703912"/>
            <a:ext cx="4834303"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7"/>
          <p:cNvSpPr/>
          <p:nvPr/>
        </p:nvSpPr>
        <p:spPr>
          <a:xfrm rot="-8819378">
            <a:off x="-756946" y="-1674450"/>
            <a:ext cx="294034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7"/>
          <p:cNvSpPr/>
          <p:nvPr/>
        </p:nvSpPr>
        <p:spPr>
          <a:xfrm rot="-4868655">
            <a:off x="5810397" y="3929665"/>
            <a:ext cx="2940334" cy="294520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7"/>
          <p:cNvSpPr/>
          <p:nvPr/>
        </p:nvSpPr>
        <p:spPr>
          <a:xfrm>
            <a:off x="1719688" y="419323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06" name="Google Shape;306;p37"/>
          <p:cNvSpPr/>
          <p:nvPr/>
        </p:nvSpPr>
        <p:spPr>
          <a:xfrm>
            <a:off x="8132888" y="292008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4_1">
    <p:spTree>
      <p:nvGrpSpPr>
        <p:cNvPr id="307" name="Shape 307"/>
        <p:cNvGrpSpPr/>
        <p:nvPr/>
      </p:nvGrpSpPr>
      <p:grpSpPr>
        <a:xfrm>
          <a:off x="0" y="0"/>
          <a:ext cx="0" cy="0"/>
          <a:chOff x="0" y="0"/>
          <a:chExt cx="0" cy="0"/>
        </a:xfrm>
      </p:grpSpPr>
      <p:sp>
        <p:nvSpPr>
          <p:cNvPr id="308" name="Google Shape;308;p38"/>
          <p:cNvSpPr/>
          <p:nvPr/>
        </p:nvSpPr>
        <p:spPr>
          <a:xfrm flipH="1">
            <a:off x="5049018" y="1624625"/>
            <a:ext cx="5212387" cy="3694168"/>
          </a:xfrm>
          <a:custGeom>
            <a:rect b="b" l="l" r="r" t="t"/>
            <a:pathLst>
              <a:path extrusionOk="0" h="50541" w="73272">
                <a:moveTo>
                  <a:pt x="2724" y="1"/>
                </a:moveTo>
                <a:cubicBezTo>
                  <a:pt x="1816" y="1"/>
                  <a:pt x="907" y="49"/>
                  <a:pt x="1" y="142"/>
                </a:cubicBezTo>
                <a:lnTo>
                  <a:pt x="1" y="50541"/>
                </a:lnTo>
                <a:lnTo>
                  <a:pt x="73272" y="50541"/>
                </a:lnTo>
                <a:cubicBezTo>
                  <a:pt x="72689" y="49707"/>
                  <a:pt x="71998" y="48957"/>
                  <a:pt x="71260" y="48302"/>
                </a:cubicBezTo>
                <a:cubicBezTo>
                  <a:pt x="68760" y="46159"/>
                  <a:pt x="65592" y="45004"/>
                  <a:pt x="62402" y="44195"/>
                </a:cubicBezTo>
                <a:cubicBezTo>
                  <a:pt x="58103" y="43087"/>
                  <a:pt x="53674" y="42492"/>
                  <a:pt x="49233" y="42433"/>
                </a:cubicBezTo>
                <a:cubicBezTo>
                  <a:pt x="48951" y="42430"/>
                  <a:pt x="48667" y="42428"/>
                  <a:pt x="48382" y="42428"/>
                </a:cubicBezTo>
                <a:cubicBezTo>
                  <a:pt x="47194" y="42428"/>
                  <a:pt x="45986" y="42449"/>
                  <a:pt x="44779" y="42449"/>
                </a:cubicBezTo>
                <a:cubicBezTo>
                  <a:pt x="40457" y="42449"/>
                  <a:pt x="36136" y="42183"/>
                  <a:pt x="32696" y="39742"/>
                </a:cubicBezTo>
                <a:cubicBezTo>
                  <a:pt x="28731" y="36908"/>
                  <a:pt x="27016" y="31848"/>
                  <a:pt x="26207" y="27050"/>
                </a:cubicBezTo>
                <a:cubicBezTo>
                  <a:pt x="25409" y="22240"/>
                  <a:pt x="25230" y="17227"/>
                  <a:pt x="23290" y="12738"/>
                </a:cubicBezTo>
                <a:cubicBezTo>
                  <a:pt x="20599" y="6523"/>
                  <a:pt x="14586" y="2011"/>
                  <a:pt x="7978" y="558"/>
                </a:cubicBezTo>
                <a:cubicBezTo>
                  <a:pt x="6249" y="181"/>
                  <a:pt x="4488" y="1"/>
                  <a:pt x="2724" y="1"/>
                </a:cubicBez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8"/>
          <p:cNvSpPr/>
          <p:nvPr/>
        </p:nvSpPr>
        <p:spPr>
          <a:xfrm flipH="1">
            <a:off x="-1031512" y="-645700"/>
            <a:ext cx="4967776" cy="3141259"/>
          </a:xfrm>
          <a:custGeom>
            <a:rect b="b" l="l" r="r" t="t"/>
            <a:pathLst>
              <a:path extrusionOk="0" h="38626" w="56222">
                <a:moveTo>
                  <a:pt x="0" y="1"/>
                </a:moveTo>
                <a:cubicBezTo>
                  <a:pt x="691" y="2846"/>
                  <a:pt x="2000" y="5859"/>
                  <a:pt x="3786" y="7883"/>
                </a:cubicBezTo>
                <a:cubicBezTo>
                  <a:pt x="6108" y="10502"/>
                  <a:pt x="9561" y="12097"/>
                  <a:pt x="13073" y="12157"/>
                </a:cubicBezTo>
                <a:cubicBezTo>
                  <a:pt x="13153" y="12158"/>
                  <a:pt x="13234" y="12159"/>
                  <a:pt x="13314" y="12159"/>
                </a:cubicBezTo>
                <a:cubicBezTo>
                  <a:pt x="15825" y="12159"/>
                  <a:pt x="18467" y="11503"/>
                  <a:pt x="20933" y="11503"/>
                </a:cubicBezTo>
                <a:cubicBezTo>
                  <a:pt x="22447" y="11503"/>
                  <a:pt x="23895" y="11750"/>
                  <a:pt x="25206" y="12550"/>
                </a:cubicBezTo>
                <a:cubicBezTo>
                  <a:pt x="26634" y="13419"/>
                  <a:pt x="27623" y="14836"/>
                  <a:pt x="28551" y="16253"/>
                </a:cubicBezTo>
                <a:cubicBezTo>
                  <a:pt x="31218" y="20325"/>
                  <a:pt x="33516" y="24647"/>
                  <a:pt x="36481" y="28516"/>
                </a:cubicBezTo>
                <a:cubicBezTo>
                  <a:pt x="39446" y="32386"/>
                  <a:pt x="43184" y="35838"/>
                  <a:pt x="47768" y="37470"/>
                </a:cubicBezTo>
                <a:cubicBezTo>
                  <a:pt x="50089" y="38291"/>
                  <a:pt x="52552" y="38626"/>
                  <a:pt x="55034" y="38626"/>
                </a:cubicBezTo>
                <a:cubicBezTo>
                  <a:pt x="55429" y="38626"/>
                  <a:pt x="55825" y="38617"/>
                  <a:pt x="56221" y="38601"/>
                </a:cubicBezTo>
                <a:lnTo>
                  <a:pt x="56221" y="1"/>
                </a:lnTo>
                <a:close/>
              </a:path>
            </a:pathLst>
          </a:custGeom>
          <a:solidFill>
            <a:srgbClr val="72BCD3">
              <a:alpha val="21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8"/>
          <p:cNvSpPr/>
          <p:nvPr/>
        </p:nvSpPr>
        <p:spPr>
          <a:xfrm rot="-7343369">
            <a:off x="3693033" y="-1568507"/>
            <a:ext cx="2940348" cy="2945223"/>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8"/>
          <p:cNvSpPr/>
          <p:nvPr/>
        </p:nvSpPr>
        <p:spPr>
          <a:xfrm rot="-7343369">
            <a:off x="-1028367" y="3746643"/>
            <a:ext cx="2940348" cy="2945223"/>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8"/>
          <p:cNvSpPr/>
          <p:nvPr/>
        </p:nvSpPr>
        <p:spPr>
          <a:xfrm>
            <a:off x="515688" y="282548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13" name="Google Shape;313;p38"/>
          <p:cNvSpPr/>
          <p:nvPr/>
        </p:nvSpPr>
        <p:spPr>
          <a:xfrm>
            <a:off x="8065488" y="406138"/>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6375" y="445025"/>
            <a:ext cx="77112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1pPr>
            <a:lvl2pPr lvl="1">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2pPr>
            <a:lvl3pPr lvl="2">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3pPr>
            <a:lvl4pPr lvl="3">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4pPr>
            <a:lvl5pPr lvl="4">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5pPr>
            <a:lvl6pPr lvl="5">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6pPr>
            <a:lvl7pPr lvl="6">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7pPr>
            <a:lvl8pPr lvl="7">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8pPr>
            <a:lvl9pPr lvl="8">
              <a:lnSpc>
                <a:spcPct val="100000"/>
              </a:lnSpc>
              <a:spcBef>
                <a:spcPts val="0"/>
              </a:spcBef>
              <a:spcAft>
                <a:spcPts val="0"/>
              </a:spcAft>
              <a:buClr>
                <a:schemeClr val="dk1"/>
              </a:buClr>
              <a:buSzPts val="3700"/>
              <a:buFont typeface="Paytone One"/>
              <a:buNone/>
              <a:defRPr sz="3700">
                <a:solidFill>
                  <a:schemeClr val="dk1"/>
                </a:solidFill>
                <a:latin typeface="Paytone One"/>
                <a:ea typeface="Paytone One"/>
                <a:cs typeface="Paytone One"/>
                <a:sym typeface="Paytone One"/>
              </a:defRPr>
            </a:lvl9pPr>
          </a:lstStyle>
          <a:p/>
        </p:txBody>
      </p:sp>
      <p:sp>
        <p:nvSpPr>
          <p:cNvPr id="7" name="Google Shape;7;p1"/>
          <p:cNvSpPr txBox="1"/>
          <p:nvPr>
            <p:ph idx="1" type="body"/>
          </p:nvPr>
        </p:nvSpPr>
        <p:spPr>
          <a:xfrm>
            <a:off x="716375" y="1152475"/>
            <a:ext cx="7711200" cy="3416400"/>
          </a:xfrm>
          <a:prstGeom prst="rect">
            <a:avLst/>
          </a:prstGeom>
          <a:noFill/>
          <a:ln>
            <a:noFill/>
          </a:ln>
        </p:spPr>
        <p:txBody>
          <a:bodyPr anchorCtr="0" anchor="t" bIns="91425" lIns="91425" spcFirstLastPara="1" rIns="91425" wrap="square" tIns="91425">
            <a:noAutofit/>
          </a:bodyPr>
          <a:lstStyle>
            <a:lvl1pPr indent="-323850" lvl="0" marL="4572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1pPr>
            <a:lvl2pPr indent="-323850" lvl="1" marL="9144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2pPr>
            <a:lvl3pPr indent="-323850" lvl="2" marL="13716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3pPr>
            <a:lvl4pPr indent="-323850" lvl="3" marL="18288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4pPr>
            <a:lvl5pPr indent="-323850" lvl="4" marL="22860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5pPr>
            <a:lvl6pPr indent="-323850" lvl="5" marL="27432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6pPr>
            <a:lvl7pPr indent="-323850" lvl="6" marL="32004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7pPr>
            <a:lvl8pPr indent="-323850" lvl="7" marL="36576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8pPr>
            <a:lvl9pPr indent="-323850" lvl="8" marL="4114800">
              <a:lnSpc>
                <a:spcPct val="100000"/>
              </a:lnSpc>
              <a:spcBef>
                <a:spcPts val="0"/>
              </a:spcBef>
              <a:spcAft>
                <a:spcPts val="0"/>
              </a:spcAft>
              <a:buClr>
                <a:schemeClr val="dk1"/>
              </a:buClr>
              <a:buSzPts val="1500"/>
              <a:buFont typeface="Didact Gothic"/>
              <a:buChar char="■"/>
              <a:defRPr sz="1500">
                <a:solidFill>
                  <a:schemeClr val="dk1"/>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39"/>
          <p:cNvSpPr txBox="1"/>
          <p:nvPr>
            <p:ph type="ctrTitle"/>
          </p:nvPr>
        </p:nvSpPr>
        <p:spPr>
          <a:xfrm>
            <a:off x="713225" y="1757875"/>
            <a:ext cx="4202700" cy="127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500">
                <a:latin typeface="Monoton"/>
                <a:ea typeface="Monoton"/>
                <a:cs typeface="Monoton"/>
                <a:sym typeface="Monoton"/>
              </a:rPr>
              <a:t>Cub</a:t>
            </a:r>
            <a:r>
              <a:rPr lang="en" sz="6500">
                <a:solidFill>
                  <a:schemeClr val="accent1"/>
                </a:solidFill>
                <a:latin typeface="Monoton"/>
                <a:ea typeface="Monoton"/>
                <a:cs typeface="Monoton"/>
                <a:sym typeface="Monoton"/>
              </a:rPr>
              <a:t>Cup</a:t>
            </a:r>
            <a:endParaRPr sz="6500">
              <a:solidFill>
                <a:schemeClr val="accent1"/>
              </a:solidFill>
              <a:latin typeface="Monoton"/>
              <a:ea typeface="Monoton"/>
              <a:cs typeface="Monoton"/>
              <a:sym typeface="Monoton"/>
            </a:endParaRPr>
          </a:p>
        </p:txBody>
      </p:sp>
      <p:sp>
        <p:nvSpPr>
          <p:cNvPr id="319" name="Google Shape;319;p39"/>
          <p:cNvSpPr txBox="1"/>
          <p:nvPr>
            <p:ph idx="1" type="subTitle"/>
          </p:nvPr>
        </p:nvSpPr>
        <p:spPr>
          <a:xfrm>
            <a:off x="713225" y="3103250"/>
            <a:ext cx="6090600" cy="71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By: Vivian Lee, Mario Lindero, Mateo Tecum, Zyaad Afifi, TJ </a:t>
            </a:r>
            <a:endParaRPr sz="1800"/>
          </a:p>
        </p:txBody>
      </p:sp>
      <p:grpSp>
        <p:nvGrpSpPr>
          <p:cNvPr id="320" name="Google Shape;320;p39"/>
          <p:cNvGrpSpPr/>
          <p:nvPr/>
        </p:nvGrpSpPr>
        <p:grpSpPr>
          <a:xfrm>
            <a:off x="4560682" y="1571175"/>
            <a:ext cx="446851" cy="544028"/>
            <a:chOff x="4425232" y="905350"/>
            <a:chExt cx="446851" cy="544028"/>
          </a:xfrm>
        </p:grpSpPr>
        <p:sp>
          <p:nvSpPr>
            <p:cNvPr id="321" name="Google Shape;321;p39"/>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9"/>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 name="Google Shape;323;p39"/>
          <p:cNvSpPr/>
          <p:nvPr/>
        </p:nvSpPr>
        <p:spPr>
          <a:xfrm>
            <a:off x="2860030" y="3960926"/>
            <a:ext cx="2953095" cy="2957995"/>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9"/>
          <p:cNvSpPr/>
          <p:nvPr/>
        </p:nvSpPr>
        <p:spPr>
          <a:xfrm>
            <a:off x="6013813" y="6590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9"/>
          <p:cNvSpPr/>
          <p:nvPr/>
        </p:nvSpPr>
        <p:spPr>
          <a:xfrm>
            <a:off x="7438438" y="13759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 name="Google Shape;326;p39"/>
          <p:cNvGrpSpPr/>
          <p:nvPr/>
        </p:nvGrpSpPr>
        <p:grpSpPr>
          <a:xfrm>
            <a:off x="4652538" y="916100"/>
            <a:ext cx="258375" cy="258400"/>
            <a:chOff x="2587225" y="2549250"/>
            <a:chExt cx="258375" cy="258400"/>
          </a:xfrm>
        </p:grpSpPr>
        <p:sp>
          <p:nvSpPr>
            <p:cNvPr id="327" name="Google Shape;327;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39"/>
          <p:cNvGrpSpPr/>
          <p:nvPr/>
        </p:nvGrpSpPr>
        <p:grpSpPr>
          <a:xfrm flipH="1">
            <a:off x="458408" y="1571180"/>
            <a:ext cx="446851" cy="544028"/>
            <a:chOff x="4425232" y="905350"/>
            <a:chExt cx="446851" cy="544028"/>
          </a:xfrm>
        </p:grpSpPr>
        <p:sp>
          <p:nvSpPr>
            <p:cNvPr id="330" name="Google Shape;330;p39"/>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9"/>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 name="Google Shape;332;p39"/>
          <p:cNvSpPr/>
          <p:nvPr/>
        </p:nvSpPr>
        <p:spPr>
          <a:xfrm>
            <a:off x="2962888" y="45194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9"/>
          <p:cNvSpPr/>
          <p:nvPr/>
        </p:nvSpPr>
        <p:spPr>
          <a:xfrm>
            <a:off x="7969313" y="7357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9"/>
          <p:cNvSpPr/>
          <p:nvPr/>
        </p:nvSpPr>
        <p:spPr>
          <a:xfrm>
            <a:off x="1953038" y="4286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9"/>
          <p:cNvSpPr/>
          <p:nvPr/>
        </p:nvSpPr>
        <p:spPr>
          <a:xfrm>
            <a:off x="648138" y="48864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9"/>
          <p:cNvSpPr/>
          <p:nvPr/>
        </p:nvSpPr>
        <p:spPr>
          <a:xfrm>
            <a:off x="6013813" y="47003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9"/>
          <p:cNvSpPr/>
          <p:nvPr/>
        </p:nvSpPr>
        <p:spPr>
          <a:xfrm>
            <a:off x="8375638" y="31835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9"/>
          <p:cNvSpPr/>
          <p:nvPr/>
        </p:nvSpPr>
        <p:spPr>
          <a:xfrm>
            <a:off x="8748988" y="47765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9"/>
          <p:cNvSpPr/>
          <p:nvPr/>
        </p:nvSpPr>
        <p:spPr>
          <a:xfrm>
            <a:off x="4261038" y="1055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
          <p:cNvSpPr/>
          <p:nvPr/>
        </p:nvSpPr>
        <p:spPr>
          <a:xfrm rot="-749180">
            <a:off x="4652520" y="1633270"/>
            <a:ext cx="258417" cy="74954"/>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9"/>
          <p:cNvSpPr/>
          <p:nvPr/>
        </p:nvSpPr>
        <p:spPr>
          <a:xfrm flipH="1" rot="1104404">
            <a:off x="556277" y="1633595"/>
            <a:ext cx="258439" cy="73767"/>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9"/>
          <p:cNvSpPr/>
          <p:nvPr/>
        </p:nvSpPr>
        <p:spPr>
          <a:xfrm rot="151237">
            <a:off x="4793501" y="1983984"/>
            <a:ext cx="150477" cy="52023"/>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9"/>
          <p:cNvSpPr/>
          <p:nvPr/>
        </p:nvSpPr>
        <p:spPr>
          <a:xfrm flipH="1" rot="151018">
            <a:off x="552314" y="1983988"/>
            <a:ext cx="158332" cy="52033"/>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 name="Google Shape;344;p39"/>
          <p:cNvGrpSpPr/>
          <p:nvPr/>
        </p:nvGrpSpPr>
        <p:grpSpPr>
          <a:xfrm>
            <a:off x="2704525" y="1117500"/>
            <a:ext cx="258375" cy="258400"/>
            <a:chOff x="2587225" y="2549250"/>
            <a:chExt cx="258375" cy="258400"/>
          </a:xfrm>
        </p:grpSpPr>
        <p:sp>
          <p:nvSpPr>
            <p:cNvPr id="345" name="Google Shape;345;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39"/>
          <p:cNvGrpSpPr/>
          <p:nvPr/>
        </p:nvGrpSpPr>
        <p:grpSpPr>
          <a:xfrm>
            <a:off x="7051300" y="1809475"/>
            <a:ext cx="258375" cy="258400"/>
            <a:chOff x="2587225" y="2549250"/>
            <a:chExt cx="258375" cy="258400"/>
          </a:xfrm>
        </p:grpSpPr>
        <p:sp>
          <p:nvSpPr>
            <p:cNvPr id="348" name="Google Shape;348;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 name="Google Shape;350;p39"/>
          <p:cNvGrpSpPr/>
          <p:nvPr/>
        </p:nvGrpSpPr>
        <p:grpSpPr>
          <a:xfrm>
            <a:off x="7203700" y="818875"/>
            <a:ext cx="258375" cy="258400"/>
            <a:chOff x="2587225" y="2549250"/>
            <a:chExt cx="258375" cy="258400"/>
          </a:xfrm>
        </p:grpSpPr>
        <p:sp>
          <p:nvSpPr>
            <p:cNvPr id="351" name="Google Shape;351;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39"/>
          <p:cNvGrpSpPr/>
          <p:nvPr/>
        </p:nvGrpSpPr>
        <p:grpSpPr>
          <a:xfrm>
            <a:off x="8575300" y="971275"/>
            <a:ext cx="258375" cy="258400"/>
            <a:chOff x="2587225" y="2549250"/>
            <a:chExt cx="258375" cy="258400"/>
          </a:xfrm>
        </p:grpSpPr>
        <p:sp>
          <p:nvSpPr>
            <p:cNvPr id="354" name="Google Shape;354;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 name="Google Shape;356;p39"/>
          <p:cNvGrpSpPr/>
          <p:nvPr/>
        </p:nvGrpSpPr>
        <p:grpSpPr>
          <a:xfrm>
            <a:off x="6594100" y="3028675"/>
            <a:ext cx="258375" cy="258400"/>
            <a:chOff x="2587225" y="2549250"/>
            <a:chExt cx="258375" cy="258400"/>
          </a:xfrm>
        </p:grpSpPr>
        <p:sp>
          <p:nvSpPr>
            <p:cNvPr id="357" name="Google Shape;357;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 name="Google Shape;359;p39"/>
          <p:cNvGrpSpPr/>
          <p:nvPr/>
        </p:nvGrpSpPr>
        <p:grpSpPr>
          <a:xfrm>
            <a:off x="1447225" y="4203275"/>
            <a:ext cx="258375" cy="258400"/>
            <a:chOff x="2587225" y="2549250"/>
            <a:chExt cx="258375" cy="258400"/>
          </a:xfrm>
        </p:grpSpPr>
        <p:sp>
          <p:nvSpPr>
            <p:cNvPr id="360" name="Google Shape;360;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39"/>
          <p:cNvGrpSpPr/>
          <p:nvPr/>
        </p:nvGrpSpPr>
        <p:grpSpPr>
          <a:xfrm>
            <a:off x="5554750" y="4074250"/>
            <a:ext cx="258375" cy="258400"/>
            <a:chOff x="2587225" y="2549250"/>
            <a:chExt cx="258375" cy="258400"/>
          </a:xfrm>
        </p:grpSpPr>
        <p:sp>
          <p:nvSpPr>
            <p:cNvPr id="363" name="Google Shape;363;p39"/>
            <p:cNvSpPr/>
            <p:nvPr/>
          </p:nvSpPr>
          <p:spPr>
            <a:xfrm>
              <a:off x="2587225" y="2549250"/>
              <a:ext cx="258375" cy="258400"/>
            </a:xfrm>
            <a:custGeom>
              <a:rect b="b" l="l" r="r" t="t"/>
              <a:pathLst>
                <a:path extrusionOk="0" h="10336" w="10335">
                  <a:moveTo>
                    <a:pt x="5167" y="1"/>
                  </a:moveTo>
                  <a:cubicBezTo>
                    <a:pt x="2310" y="1"/>
                    <a:pt x="0" y="2310"/>
                    <a:pt x="0" y="5168"/>
                  </a:cubicBezTo>
                  <a:cubicBezTo>
                    <a:pt x="0" y="8025"/>
                    <a:pt x="2310" y="10335"/>
                    <a:pt x="5167" y="10335"/>
                  </a:cubicBezTo>
                  <a:cubicBezTo>
                    <a:pt x="8025" y="10335"/>
                    <a:pt x="10335" y="8025"/>
                    <a:pt x="10335" y="5168"/>
                  </a:cubicBezTo>
                  <a:cubicBezTo>
                    <a:pt x="10335" y="2322"/>
                    <a:pt x="8025" y="1"/>
                    <a:pt x="5167" y="1"/>
                  </a:cubicBezTo>
                  <a:close/>
                </a:path>
              </a:pathLst>
            </a:custGeom>
            <a:solidFill>
              <a:srgbClr val="72BCD3">
                <a:alpha val="3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9"/>
            <p:cNvSpPr/>
            <p:nvPr/>
          </p:nvSpPr>
          <p:spPr>
            <a:xfrm>
              <a:off x="2630675" y="2575750"/>
              <a:ext cx="188450" cy="179500"/>
            </a:xfrm>
            <a:custGeom>
              <a:rect b="b" l="l" r="r" t="t"/>
              <a:pathLst>
                <a:path extrusionOk="0" h="7180" w="7538">
                  <a:moveTo>
                    <a:pt x="3429" y="0"/>
                  </a:moveTo>
                  <a:cubicBezTo>
                    <a:pt x="2001" y="0"/>
                    <a:pt x="739" y="727"/>
                    <a:pt x="0" y="1846"/>
                  </a:cubicBezTo>
                  <a:cubicBezTo>
                    <a:pt x="727" y="1203"/>
                    <a:pt x="1667" y="822"/>
                    <a:pt x="2715" y="822"/>
                  </a:cubicBezTo>
                  <a:cubicBezTo>
                    <a:pt x="4977" y="822"/>
                    <a:pt x="6823" y="2667"/>
                    <a:pt x="6823" y="4929"/>
                  </a:cubicBezTo>
                  <a:cubicBezTo>
                    <a:pt x="6823" y="5763"/>
                    <a:pt x="6573" y="6537"/>
                    <a:pt x="6144" y="7180"/>
                  </a:cubicBezTo>
                  <a:cubicBezTo>
                    <a:pt x="7001" y="6430"/>
                    <a:pt x="7537" y="5334"/>
                    <a:pt x="7537" y="4108"/>
                  </a:cubicBezTo>
                  <a:cubicBezTo>
                    <a:pt x="7537" y="1846"/>
                    <a:pt x="5692" y="0"/>
                    <a:pt x="3429" y="0"/>
                  </a:cubicBezTo>
                  <a:close/>
                </a:path>
              </a:pathLst>
            </a:custGeom>
            <a:solidFill>
              <a:srgbClr val="FFFFFF">
                <a:alpha val="31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5" name="Google Shape;365;p39"/>
          <p:cNvPicPr preferRelativeResize="0"/>
          <p:nvPr/>
        </p:nvPicPr>
        <p:blipFill>
          <a:blip r:embed="rId3">
            <a:alphaModFix/>
          </a:blip>
          <a:stretch>
            <a:fillRect/>
          </a:stretch>
        </p:blipFill>
        <p:spPr>
          <a:xfrm>
            <a:off x="5384913" y="1228563"/>
            <a:ext cx="1502248" cy="1826263"/>
          </a:xfrm>
          <a:prstGeom prst="rect">
            <a:avLst/>
          </a:prstGeom>
          <a:noFill/>
          <a:ln>
            <a:noFill/>
          </a:ln>
        </p:spPr>
      </p:pic>
      <p:sp>
        <p:nvSpPr>
          <p:cNvPr id="366" name="Google Shape;366;p39"/>
          <p:cNvSpPr/>
          <p:nvPr/>
        </p:nvSpPr>
        <p:spPr>
          <a:xfrm>
            <a:off x="2778150" y="2781175"/>
            <a:ext cx="1898268" cy="262825"/>
          </a:xfrm>
          <a:custGeom>
            <a:rect b="b" l="l" r="r" t="t"/>
            <a:pathLst>
              <a:path extrusionOk="0" h="10513" w="68809">
                <a:moveTo>
                  <a:pt x="7341" y="4700"/>
                </a:moveTo>
                <a:cubicBezTo>
                  <a:pt x="4777" y="5342"/>
                  <a:pt x="-725" y="5446"/>
                  <a:pt x="110" y="7954"/>
                </a:cubicBezTo>
                <a:cubicBezTo>
                  <a:pt x="990" y="10594"/>
                  <a:pt x="5282" y="10486"/>
                  <a:pt x="8065" y="10486"/>
                </a:cubicBezTo>
                <a:cubicBezTo>
                  <a:pt x="16310" y="10486"/>
                  <a:pt x="23767" y="5144"/>
                  <a:pt x="31929" y="3977"/>
                </a:cubicBezTo>
                <a:cubicBezTo>
                  <a:pt x="36239" y="3361"/>
                  <a:pt x="40592" y="5062"/>
                  <a:pt x="44946" y="5062"/>
                </a:cubicBezTo>
                <a:cubicBezTo>
                  <a:pt x="53078" y="5062"/>
                  <a:pt x="61096" y="2571"/>
                  <a:pt x="68810" y="0"/>
                </a:cubicBezTo>
              </a:path>
            </a:pathLst>
          </a:custGeom>
          <a:noFill/>
          <a:ln cap="flat" cmpd="sng" w="38100">
            <a:solidFill>
              <a:schemeClr val="dk2"/>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5"/>
                                        </p:tgtEl>
                                        <p:attrNameLst>
                                          <p:attrName>style.visibility</p:attrName>
                                        </p:attrNameLst>
                                      </p:cBhvr>
                                      <p:to>
                                        <p:strVal val="visible"/>
                                      </p:to>
                                    </p:set>
                                    <p:anim calcmode="lin" valueType="num">
                                      <p:cBhvr additive="base">
                                        <p:cTn dur="1000"/>
                                        <p:tgtEl>
                                          <p:spTgt spid="365"/>
                                        </p:tgtEl>
                                        <p:attrNameLst>
                                          <p:attrName>ppt_w</p:attrName>
                                        </p:attrNameLst>
                                      </p:cBhvr>
                                      <p:tavLst>
                                        <p:tav fmla="" tm="0">
                                          <p:val>
                                            <p:strVal val="0"/>
                                          </p:val>
                                        </p:tav>
                                        <p:tav fmla="" tm="100000">
                                          <p:val>
                                            <p:strVal val="#ppt_w"/>
                                          </p:val>
                                        </p:tav>
                                      </p:tavLst>
                                    </p:anim>
                                    <p:anim calcmode="lin" valueType="num">
                                      <p:cBhvr additive="base">
                                        <p:cTn dur="1000"/>
                                        <p:tgtEl>
                                          <p:spTgt spid="365"/>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0"/>
                                  </p:stCondLst>
                                  <p:childTnLst>
                                    <p:animRot by="-21600000">
                                      <p:cBhvr>
                                        <p:cTn dur="1000" fill="hold"/>
                                        <p:tgtEl>
                                          <p:spTgt spid="36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p:nvPr/>
        </p:nvSpPr>
        <p:spPr>
          <a:xfrm flipH="1" rot="10800000">
            <a:off x="7728775" y="3334495"/>
            <a:ext cx="2943732" cy="3049020"/>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0"/>
          <p:cNvSpPr txBox="1"/>
          <p:nvPr>
            <p:ph type="title"/>
          </p:nvPr>
        </p:nvSpPr>
        <p:spPr>
          <a:xfrm>
            <a:off x="1265400" y="1339325"/>
            <a:ext cx="6659400" cy="7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Problem Statement</a:t>
            </a:r>
            <a:endParaRPr/>
          </a:p>
        </p:txBody>
      </p:sp>
      <p:grpSp>
        <p:nvGrpSpPr>
          <p:cNvPr id="373" name="Google Shape;373;p40"/>
          <p:cNvGrpSpPr/>
          <p:nvPr/>
        </p:nvGrpSpPr>
        <p:grpSpPr>
          <a:xfrm>
            <a:off x="7369730" y="1198238"/>
            <a:ext cx="446851" cy="544028"/>
            <a:chOff x="4425232" y="905350"/>
            <a:chExt cx="446851" cy="544028"/>
          </a:xfrm>
        </p:grpSpPr>
        <p:sp>
          <p:nvSpPr>
            <p:cNvPr id="374" name="Google Shape;374;p40"/>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0"/>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40"/>
          <p:cNvSpPr/>
          <p:nvPr/>
        </p:nvSpPr>
        <p:spPr>
          <a:xfrm>
            <a:off x="8701888" y="270736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0"/>
          <p:cNvSpPr/>
          <p:nvPr/>
        </p:nvSpPr>
        <p:spPr>
          <a:xfrm>
            <a:off x="737313" y="459726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0"/>
          <p:cNvSpPr txBox="1"/>
          <p:nvPr/>
        </p:nvSpPr>
        <p:spPr>
          <a:xfrm>
            <a:off x="925850" y="2224625"/>
            <a:ext cx="7183800" cy="1563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600">
                <a:solidFill>
                  <a:schemeClr val="dk1"/>
                </a:solidFill>
                <a:latin typeface="Didact Gothic"/>
                <a:ea typeface="Didact Gothic"/>
                <a:cs typeface="Didact Gothic"/>
                <a:sym typeface="Didact Gothic"/>
              </a:rPr>
              <a:t>Ki</a:t>
            </a:r>
            <a:r>
              <a:rPr lang="en" sz="1600">
                <a:solidFill>
                  <a:schemeClr val="dk1"/>
                </a:solidFill>
                <a:latin typeface="Didact Gothic"/>
                <a:ea typeface="Didact Gothic"/>
                <a:cs typeface="Didact Gothic"/>
                <a:sym typeface="Didact Gothic"/>
              </a:rPr>
              <a:t>ds do not drink enough water, in fact, one-quarter of a broad cross-section of American children ages 6 to 19 apparently don't drink any water as part of their fluid intake. Although there are many water bottles on the market for kids, they don’t hold characteristics that appeal to the kids enough to help combat dehydration and “brain rot.” Therefore, we propose CubCup!</a:t>
            </a:r>
            <a:endParaRPr sz="1600">
              <a:latin typeface="Didact Gothic"/>
              <a:ea typeface="Didact Gothic"/>
              <a:cs typeface="Didact Gothic"/>
              <a:sym typeface="Didact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gtEl>
                                        <p:attrNameLst>
                                          <p:attrName>style.visibility</p:attrName>
                                        </p:attrNameLst>
                                      </p:cBhvr>
                                      <p:to>
                                        <p:strVal val="visible"/>
                                      </p:to>
                                    </p:set>
                                    <p:anim calcmode="lin" valueType="num">
                                      <p:cBhvr additive="base">
                                        <p:cTn dur="1000"/>
                                        <p:tgtEl>
                                          <p:spTgt spid="37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1"/>
          <p:cNvSpPr/>
          <p:nvPr/>
        </p:nvSpPr>
        <p:spPr>
          <a:xfrm flipH="1" rot="-10364227">
            <a:off x="221172" y="-1241777"/>
            <a:ext cx="2505802" cy="259544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1"/>
          <p:cNvSpPr/>
          <p:nvPr/>
        </p:nvSpPr>
        <p:spPr>
          <a:xfrm>
            <a:off x="3244138" y="16951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Brief History</a:t>
            </a:r>
            <a:r>
              <a:rPr lang="en"/>
              <a:t> </a:t>
            </a:r>
            <a:endParaRPr>
              <a:solidFill>
                <a:schemeClr val="accent1"/>
              </a:solidFill>
            </a:endParaRPr>
          </a:p>
        </p:txBody>
      </p:sp>
      <p:sp>
        <p:nvSpPr>
          <p:cNvPr id="386" name="Google Shape;386;p41"/>
          <p:cNvSpPr/>
          <p:nvPr/>
        </p:nvSpPr>
        <p:spPr>
          <a:xfrm rot="4578679">
            <a:off x="5917136" y="3902632"/>
            <a:ext cx="294033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1"/>
          <p:cNvSpPr/>
          <p:nvPr/>
        </p:nvSpPr>
        <p:spPr>
          <a:xfrm>
            <a:off x="2880975" y="42517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1"/>
          <p:cNvSpPr/>
          <p:nvPr/>
        </p:nvSpPr>
        <p:spPr>
          <a:xfrm>
            <a:off x="5781938" y="14622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89" name="Google Shape;389;p41"/>
          <p:cNvSpPr txBox="1"/>
          <p:nvPr>
            <p:ph idx="4294967295" type="subTitle"/>
          </p:nvPr>
        </p:nvSpPr>
        <p:spPr>
          <a:xfrm>
            <a:off x="1266700" y="1880225"/>
            <a:ext cx="2073300" cy="85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Paytone One"/>
                <a:ea typeface="Paytone One"/>
                <a:cs typeface="Paytone One"/>
                <a:sym typeface="Paytone One"/>
              </a:rPr>
              <a:t>Ancient</a:t>
            </a:r>
            <a:endParaRPr/>
          </a:p>
        </p:txBody>
      </p:sp>
      <p:sp>
        <p:nvSpPr>
          <p:cNvPr id="390" name="Google Shape;390;p41"/>
          <p:cNvSpPr txBox="1"/>
          <p:nvPr>
            <p:ph idx="4294967295" type="subTitle"/>
          </p:nvPr>
        </p:nvSpPr>
        <p:spPr>
          <a:xfrm>
            <a:off x="5322850" y="2053850"/>
            <a:ext cx="2073300" cy="85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Paytone One"/>
                <a:ea typeface="Paytone One"/>
                <a:cs typeface="Paytone One"/>
                <a:sym typeface="Paytone One"/>
              </a:rPr>
              <a:t>Modern </a:t>
            </a:r>
            <a:endParaRPr/>
          </a:p>
        </p:txBody>
      </p:sp>
      <p:sp>
        <p:nvSpPr>
          <p:cNvPr id="391" name="Google Shape;391;p41"/>
          <p:cNvSpPr txBox="1"/>
          <p:nvPr>
            <p:ph idx="4294967295" type="subTitle"/>
          </p:nvPr>
        </p:nvSpPr>
        <p:spPr>
          <a:xfrm>
            <a:off x="934600" y="2521100"/>
            <a:ext cx="2737500" cy="1417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
              <a:t>Dehydration has been an issue for </a:t>
            </a:r>
            <a:r>
              <a:rPr lang="en"/>
              <a:t>hundreds</a:t>
            </a:r>
            <a:r>
              <a:rPr lang="en"/>
              <a:t> of years. A medical paper from the year 1910 goes into detail explaining the issues that kids faced due to dehydration.</a:t>
            </a:r>
            <a:endParaRPr/>
          </a:p>
        </p:txBody>
      </p:sp>
      <p:sp>
        <p:nvSpPr>
          <p:cNvPr id="392" name="Google Shape;392;p41"/>
          <p:cNvSpPr txBox="1"/>
          <p:nvPr>
            <p:ph idx="4294967295" type="subTitle"/>
          </p:nvPr>
        </p:nvSpPr>
        <p:spPr>
          <a:xfrm>
            <a:off x="4636600" y="2587200"/>
            <a:ext cx="3557400" cy="1351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
              <a:t>A paper written in 2020 describes the issue of voluntary dehydration in children when in the presence of adequate liquid sources. Moreover, it goes into the detrimental effects that dehydration can have on cognitive and physiological </a:t>
            </a:r>
            <a:r>
              <a:rPr lang="en"/>
              <a:t>processes</a:t>
            </a:r>
            <a:r>
              <a:rPr lang="en"/>
              <a:t> in kids.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Before our solution:</a:t>
            </a:r>
            <a:endParaRPr>
              <a:solidFill>
                <a:schemeClr val="accent1"/>
              </a:solidFill>
            </a:endParaRPr>
          </a:p>
        </p:txBody>
      </p:sp>
      <p:sp>
        <p:nvSpPr>
          <p:cNvPr id="398" name="Google Shape;398;p42"/>
          <p:cNvSpPr txBox="1"/>
          <p:nvPr>
            <p:ph idx="1" type="subTitle"/>
          </p:nvPr>
        </p:nvSpPr>
        <p:spPr>
          <a:xfrm>
            <a:off x="984550" y="1960450"/>
            <a:ext cx="2073300" cy="85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Flavored Water</a:t>
            </a:r>
            <a:endParaRPr/>
          </a:p>
        </p:txBody>
      </p:sp>
      <p:sp>
        <p:nvSpPr>
          <p:cNvPr id="399" name="Google Shape;399;p42"/>
          <p:cNvSpPr txBox="1"/>
          <p:nvPr>
            <p:ph idx="2" type="subTitle"/>
          </p:nvPr>
        </p:nvSpPr>
        <p:spPr>
          <a:xfrm>
            <a:off x="984550" y="2751174"/>
            <a:ext cx="2073300" cy="1067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Full of </a:t>
            </a:r>
            <a:r>
              <a:rPr lang="en"/>
              <a:t>chemicals</a:t>
            </a:r>
            <a:endParaRPr/>
          </a:p>
          <a:p>
            <a:pPr indent="-323850" lvl="0" marL="457200" rtl="0" algn="l">
              <a:spcBef>
                <a:spcPts val="0"/>
              </a:spcBef>
              <a:spcAft>
                <a:spcPts val="0"/>
              </a:spcAft>
              <a:buSzPts val="1500"/>
              <a:buChar char="●"/>
            </a:pPr>
            <a:r>
              <a:rPr lang="en"/>
              <a:t>Hassle </a:t>
            </a:r>
            <a:endParaRPr/>
          </a:p>
          <a:p>
            <a:pPr indent="-323850" lvl="0" marL="457200" rtl="0" algn="l">
              <a:spcBef>
                <a:spcPts val="0"/>
              </a:spcBef>
              <a:spcAft>
                <a:spcPts val="0"/>
              </a:spcAft>
              <a:buSzPts val="1500"/>
              <a:buChar char="●"/>
            </a:pPr>
            <a:r>
              <a:rPr lang="en"/>
              <a:t>Costly </a:t>
            </a:r>
            <a:endParaRPr/>
          </a:p>
        </p:txBody>
      </p:sp>
      <p:sp>
        <p:nvSpPr>
          <p:cNvPr id="400" name="Google Shape;400;p42"/>
          <p:cNvSpPr txBox="1"/>
          <p:nvPr>
            <p:ph idx="3" type="subTitle"/>
          </p:nvPr>
        </p:nvSpPr>
        <p:spPr>
          <a:xfrm>
            <a:off x="3535325" y="1960450"/>
            <a:ext cx="2073300" cy="85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Design Appeal</a:t>
            </a:r>
            <a:endParaRPr/>
          </a:p>
        </p:txBody>
      </p:sp>
      <p:sp>
        <p:nvSpPr>
          <p:cNvPr id="401" name="Google Shape;401;p42"/>
          <p:cNvSpPr txBox="1"/>
          <p:nvPr>
            <p:ph idx="4" type="subTitle"/>
          </p:nvPr>
        </p:nvSpPr>
        <p:spPr>
          <a:xfrm>
            <a:off x="3482900" y="2816050"/>
            <a:ext cx="2073300" cy="1067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Silly straws - not effective</a:t>
            </a:r>
            <a:endParaRPr/>
          </a:p>
          <a:p>
            <a:pPr indent="-323850" lvl="0" marL="457200" rtl="0" algn="l">
              <a:spcBef>
                <a:spcPts val="0"/>
              </a:spcBef>
              <a:spcAft>
                <a:spcPts val="0"/>
              </a:spcAft>
              <a:buSzPts val="1500"/>
              <a:buChar char="●"/>
            </a:pPr>
            <a:r>
              <a:rPr lang="en"/>
              <a:t>Water bottle designs - no incentive</a:t>
            </a:r>
            <a:endParaRPr/>
          </a:p>
        </p:txBody>
      </p:sp>
      <p:sp>
        <p:nvSpPr>
          <p:cNvPr id="402" name="Google Shape;402;p42"/>
          <p:cNvSpPr txBox="1"/>
          <p:nvPr>
            <p:ph idx="5" type="subTitle"/>
          </p:nvPr>
        </p:nvSpPr>
        <p:spPr>
          <a:xfrm>
            <a:off x="5857500" y="1960450"/>
            <a:ext cx="2573100" cy="85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Gululu Water bottles</a:t>
            </a:r>
            <a:endParaRPr/>
          </a:p>
        </p:txBody>
      </p:sp>
      <p:sp>
        <p:nvSpPr>
          <p:cNvPr id="403" name="Google Shape;403;p42"/>
          <p:cNvSpPr txBox="1"/>
          <p:nvPr>
            <p:ph idx="6" type="subTitle"/>
          </p:nvPr>
        </p:nvSpPr>
        <p:spPr>
          <a:xfrm>
            <a:off x="6086100" y="2674975"/>
            <a:ext cx="2073300" cy="1067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Expensive</a:t>
            </a:r>
            <a:endParaRPr/>
          </a:p>
          <a:p>
            <a:pPr indent="-323850" lvl="0" marL="457200" rtl="0" algn="l">
              <a:spcBef>
                <a:spcPts val="0"/>
              </a:spcBef>
              <a:spcAft>
                <a:spcPts val="0"/>
              </a:spcAft>
              <a:buSzPts val="1500"/>
              <a:buChar char="●"/>
            </a:pPr>
            <a:r>
              <a:rPr lang="en"/>
              <a:t>Limited entertainment</a:t>
            </a:r>
            <a:endParaRPr/>
          </a:p>
        </p:txBody>
      </p:sp>
      <p:grpSp>
        <p:nvGrpSpPr>
          <p:cNvPr id="404" name="Google Shape;404;p42"/>
          <p:cNvGrpSpPr/>
          <p:nvPr/>
        </p:nvGrpSpPr>
        <p:grpSpPr>
          <a:xfrm flipH="1">
            <a:off x="1588080" y="526787"/>
            <a:ext cx="446851" cy="544028"/>
            <a:chOff x="4425232" y="905350"/>
            <a:chExt cx="446851" cy="544028"/>
          </a:xfrm>
        </p:grpSpPr>
        <p:sp>
          <p:nvSpPr>
            <p:cNvPr id="405" name="Google Shape;405;p42"/>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2"/>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 name="Google Shape;407;p42"/>
          <p:cNvSpPr/>
          <p:nvPr/>
        </p:nvSpPr>
        <p:spPr>
          <a:xfrm rot="4578679">
            <a:off x="5917136" y="3902632"/>
            <a:ext cx="2940332" cy="2945219"/>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2"/>
          <p:cNvSpPr/>
          <p:nvPr/>
        </p:nvSpPr>
        <p:spPr>
          <a:xfrm>
            <a:off x="3173363" y="38719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2"/>
          <p:cNvSpPr/>
          <p:nvPr/>
        </p:nvSpPr>
        <p:spPr>
          <a:xfrm>
            <a:off x="5781938" y="14622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8"/>
                                        </p:tgtEl>
                                        <p:attrNameLst>
                                          <p:attrName>style.visibility</p:attrName>
                                        </p:attrNameLst>
                                      </p:cBhvr>
                                      <p:to>
                                        <p:strVal val="visible"/>
                                      </p:to>
                                    </p:set>
                                    <p:anim calcmode="lin" valueType="num">
                                      <p:cBhvr additive="base">
                                        <p:cTn dur="1000"/>
                                        <p:tgtEl>
                                          <p:spTgt spid="39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99"/>
                                        </p:tgtEl>
                                        <p:attrNameLst>
                                          <p:attrName>style.visibility</p:attrName>
                                        </p:attrNameLst>
                                      </p:cBhvr>
                                      <p:to>
                                        <p:strVal val="visible"/>
                                      </p:to>
                                    </p:set>
                                    <p:anim calcmode="lin" valueType="num">
                                      <p:cBhvr additive="base">
                                        <p:cTn dur="1000"/>
                                        <p:tgtEl>
                                          <p:spTgt spid="3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1000"/>
                                        <p:tgtEl>
                                          <p:spTgt spid="40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10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1000"/>
                                        <p:tgtEl>
                                          <p:spTgt spid="4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p:nvPr/>
        </p:nvSpPr>
        <p:spPr>
          <a:xfrm flipH="1" rot="10800000">
            <a:off x="283700" y="2495513"/>
            <a:ext cx="2505818" cy="259543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3"/>
          <p:cNvSpPr txBox="1"/>
          <p:nvPr>
            <p:ph type="title"/>
          </p:nvPr>
        </p:nvSpPr>
        <p:spPr>
          <a:xfrm>
            <a:off x="868100" y="1332750"/>
            <a:ext cx="7562700" cy="1666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But Wait</a:t>
            </a:r>
            <a:r>
              <a:rPr lang="en">
                <a:solidFill>
                  <a:schemeClr val="accent1"/>
                </a:solidFill>
              </a:rPr>
              <a:t>!</a:t>
            </a:r>
            <a:endParaRPr>
              <a:solidFill>
                <a:schemeClr val="accent1"/>
              </a:solidFill>
            </a:endParaRPr>
          </a:p>
        </p:txBody>
      </p:sp>
      <p:grpSp>
        <p:nvGrpSpPr>
          <p:cNvPr id="416" name="Google Shape;416;p43"/>
          <p:cNvGrpSpPr/>
          <p:nvPr/>
        </p:nvGrpSpPr>
        <p:grpSpPr>
          <a:xfrm flipH="1">
            <a:off x="1810943" y="1051575"/>
            <a:ext cx="446851" cy="544028"/>
            <a:chOff x="4425232" y="905350"/>
            <a:chExt cx="446851" cy="544028"/>
          </a:xfrm>
        </p:grpSpPr>
        <p:sp>
          <p:nvSpPr>
            <p:cNvPr id="417" name="Google Shape;417;p43"/>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3"/>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 name="Google Shape;419;p43"/>
          <p:cNvSpPr/>
          <p:nvPr/>
        </p:nvSpPr>
        <p:spPr>
          <a:xfrm>
            <a:off x="7481363" y="79446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3"/>
          <p:cNvSpPr/>
          <p:nvPr/>
        </p:nvSpPr>
        <p:spPr>
          <a:xfrm>
            <a:off x="5505063" y="448001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3"/>
          <p:cNvSpPr txBox="1"/>
          <p:nvPr>
            <p:ph type="title"/>
          </p:nvPr>
        </p:nvSpPr>
        <p:spPr>
          <a:xfrm>
            <a:off x="598400" y="2999250"/>
            <a:ext cx="7717500" cy="572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4000"/>
              <a:t>What is</a:t>
            </a:r>
            <a:r>
              <a:rPr lang="en" sz="4000"/>
              <a:t> </a:t>
            </a:r>
            <a:r>
              <a:rPr lang="en" sz="4000">
                <a:solidFill>
                  <a:schemeClr val="accent1"/>
                </a:solidFill>
              </a:rPr>
              <a:t>CubCup?</a:t>
            </a:r>
            <a:endParaRPr sz="4000">
              <a:solidFill>
                <a:schemeClr val="accen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1"/>
                                        </p:tgtEl>
                                        <p:attrNameLst>
                                          <p:attrName>style.visibility</p:attrName>
                                        </p:attrNameLst>
                                      </p:cBhvr>
                                      <p:to>
                                        <p:strVal val="visible"/>
                                      </p:to>
                                    </p:set>
                                    <p:anim calcmode="lin" valueType="num">
                                      <p:cBhvr additive="base">
                                        <p:cTn dur="1000"/>
                                        <p:tgtEl>
                                          <p:spTgt spid="421"/>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0"/>
                                  </p:stCondLst>
                                  <p:childTnLst>
                                    <p:animRot by="-21600000">
                                      <p:cBhvr>
                                        <p:cTn dur="1100" fill="hold"/>
                                        <p:tgtEl>
                                          <p:spTgt spid="42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4"/>
          <p:cNvSpPr txBox="1"/>
          <p:nvPr>
            <p:ph type="title"/>
          </p:nvPr>
        </p:nvSpPr>
        <p:spPr>
          <a:xfrm>
            <a:off x="-1272550" y="445038"/>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details:</a:t>
            </a:r>
            <a:endParaRPr>
              <a:solidFill>
                <a:schemeClr val="accent1"/>
              </a:solidFill>
            </a:endParaRPr>
          </a:p>
        </p:txBody>
      </p:sp>
      <p:sp>
        <p:nvSpPr>
          <p:cNvPr id="427" name="Google Shape;427;p44"/>
          <p:cNvSpPr txBox="1"/>
          <p:nvPr>
            <p:ph idx="1" type="subTitle"/>
          </p:nvPr>
        </p:nvSpPr>
        <p:spPr>
          <a:xfrm>
            <a:off x="1073800" y="1474050"/>
            <a:ext cx="3527100" cy="2714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200"/>
              <a:t>Our plan is to promote water intake for children aged 5-10, where they can have a water bottle that can detect water intake, with an implemented reward system. This reward system would be based on reaching the daily water intake of children and reward children with screen time for the following day. We plan to implement a flow detector into a basic water bottle design that can track a child’s water intake whilst preventing them from just dumping water or siphoning the water out of their water bottle. The management of the water intake will be heavily reliant on parental controls.</a:t>
            </a:r>
            <a:endParaRPr/>
          </a:p>
        </p:txBody>
      </p:sp>
      <p:sp>
        <p:nvSpPr>
          <p:cNvPr id="428" name="Google Shape;428;p44"/>
          <p:cNvSpPr txBox="1"/>
          <p:nvPr>
            <p:ph idx="2" type="subTitle"/>
          </p:nvPr>
        </p:nvSpPr>
        <p:spPr>
          <a:xfrm>
            <a:off x="4796000" y="1474050"/>
            <a:ext cx="3744000" cy="2714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CubCup app based on parental controls where </a:t>
            </a:r>
            <a:r>
              <a:rPr lang="en"/>
              <a:t>parents</a:t>
            </a:r>
            <a:r>
              <a:rPr lang="en"/>
              <a:t> can set daily goals</a:t>
            </a:r>
            <a:endParaRPr/>
          </a:p>
          <a:p>
            <a:pPr indent="-323850" lvl="0" marL="457200" rtl="0" algn="l">
              <a:spcBef>
                <a:spcPts val="0"/>
              </a:spcBef>
              <a:spcAft>
                <a:spcPts val="0"/>
              </a:spcAft>
              <a:buSzPts val="1500"/>
              <a:buChar char="●"/>
            </a:pPr>
            <a:r>
              <a:rPr lang="en"/>
              <a:t>App connects with all electronic devices </a:t>
            </a:r>
            <a:endParaRPr/>
          </a:p>
          <a:p>
            <a:pPr indent="-323850" lvl="0" marL="457200" rtl="0" algn="l">
              <a:spcBef>
                <a:spcPts val="0"/>
              </a:spcBef>
              <a:spcAft>
                <a:spcPts val="0"/>
              </a:spcAft>
              <a:buSzPts val="1500"/>
              <a:buChar char="●"/>
            </a:pPr>
            <a:r>
              <a:rPr lang="en"/>
              <a:t>Water </a:t>
            </a:r>
            <a:r>
              <a:rPr lang="en"/>
              <a:t>detector</a:t>
            </a:r>
            <a:r>
              <a:rPr lang="en"/>
              <a:t> that detects directional flow of water as it passes through the nozzle</a:t>
            </a:r>
            <a:endParaRPr/>
          </a:p>
          <a:p>
            <a:pPr indent="-323850" lvl="0" marL="457200" rtl="0" algn="l">
              <a:spcBef>
                <a:spcPts val="0"/>
              </a:spcBef>
              <a:spcAft>
                <a:spcPts val="0"/>
              </a:spcAft>
              <a:buSzPts val="1500"/>
              <a:buChar char="●"/>
            </a:pPr>
            <a:r>
              <a:rPr lang="en"/>
              <a:t>Leak-proof nozzle</a:t>
            </a:r>
            <a:endParaRPr/>
          </a:p>
          <a:p>
            <a:pPr indent="-323850" lvl="0" marL="457200" rtl="0" algn="l">
              <a:spcBef>
                <a:spcPts val="0"/>
              </a:spcBef>
              <a:spcAft>
                <a:spcPts val="0"/>
              </a:spcAft>
              <a:buSzPts val="1500"/>
              <a:buChar char="●"/>
            </a:pPr>
            <a:r>
              <a:rPr lang="en"/>
              <a:t>Once goal is met, kids are </a:t>
            </a:r>
            <a:r>
              <a:rPr lang="en"/>
              <a:t>guaranteed</a:t>
            </a:r>
            <a:r>
              <a:rPr lang="en"/>
              <a:t> screen time for following day</a:t>
            </a:r>
            <a:endParaRPr/>
          </a:p>
        </p:txBody>
      </p:sp>
      <p:sp>
        <p:nvSpPr>
          <p:cNvPr id="429" name="Google Shape;429;p44"/>
          <p:cNvSpPr/>
          <p:nvPr/>
        </p:nvSpPr>
        <p:spPr>
          <a:xfrm>
            <a:off x="4443438" y="12952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 name="Google Shape;430;p44"/>
          <p:cNvGrpSpPr/>
          <p:nvPr/>
        </p:nvGrpSpPr>
        <p:grpSpPr>
          <a:xfrm>
            <a:off x="4063155" y="350837"/>
            <a:ext cx="446851" cy="544028"/>
            <a:chOff x="4425232" y="905350"/>
            <a:chExt cx="446851" cy="544028"/>
          </a:xfrm>
        </p:grpSpPr>
        <p:sp>
          <p:nvSpPr>
            <p:cNvPr id="431" name="Google Shape;431;p44"/>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4"/>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44"/>
          <p:cNvSpPr/>
          <p:nvPr/>
        </p:nvSpPr>
        <p:spPr>
          <a:xfrm>
            <a:off x="4795988" y="44336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5"/>
          <p:cNvSpPr txBox="1"/>
          <p:nvPr>
            <p:ph type="title"/>
          </p:nvPr>
        </p:nvSpPr>
        <p:spPr>
          <a:xfrm>
            <a:off x="-1159775" y="43070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a:t>
            </a:r>
            <a:endParaRPr>
              <a:solidFill>
                <a:schemeClr val="accent1"/>
              </a:solidFill>
            </a:endParaRPr>
          </a:p>
        </p:txBody>
      </p:sp>
      <p:sp>
        <p:nvSpPr>
          <p:cNvPr id="439" name="Google Shape;439;p45"/>
          <p:cNvSpPr txBox="1"/>
          <p:nvPr>
            <p:ph idx="1" type="subTitle"/>
          </p:nvPr>
        </p:nvSpPr>
        <p:spPr>
          <a:xfrm>
            <a:off x="522479" y="1653863"/>
            <a:ext cx="2744100" cy="57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Ergonomic Shape</a:t>
            </a:r>
            <a:endParaRPr sz="2000"/>
          </a:p>
        </p:txBody>
      </p:sp>
      <p:sp>
        <p:nvSpPr>
          <p:cNvPr id="440" name="Google Shape;440;p45"/>
          <p:cNvSpPr txBox="1"/>
          <p:nvPr>
            <p:ph idx="2" type="subTitle"/>
          </p:nvPr>
        </p:nvSpPr>
        <p:spPr>
          <a:xfrm>
            <a:off x="522475" y="2134587"/>
            <a:ext cx="27441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a:t>Consider a shape that's easy for small hands to grip</a:t>
            </a:r>
            <a:endParaRPr sz="1400"/>
          </a:p>
        </p:txBody>
      </p:sp>
      <p:sp>
        <p:nvSpPr>
          <p:cNvPr id="441" name="Google Shape;441;p45"/>
          <p:cNvSpPr txBox="1"/>
          <p:nvPr>
            <p:ph idx="3" type="subTitle"/>
          </p:nvPr>
        </p:nvSpPr>
        <p:spPr>
          <a:xfrm>
            <a:off x="3428575" y="3147147"/>
            <a:ext cx="2744100" cy="44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Leak-Proof Lid</a:t>
            </a:r>
            <a:endParaRPr sz="2000"/>
          </a:p>
        </p:txBody>
      </p:sp>
      <p:sp>
        <p:nvSpPr>
          <p:cNvPr id="442" name="Google Shape;442;p45"/>
          <p:cNvSpPr txBox="1"/>
          <p:nvPr>
            <p:ph idx="4" type="subTitle"/>
          </p:nvPr>
        </p:nvSpPr>
        <p:spPr>
          <a:xfrm>
            <a:off x="3428546" y="3507612"/>
            <a:ext cx="27441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a:t> A secure, child-friendly lid to prevent spills.</a:t>
            </a:r>
            <a:endParaRPr/>
          </a:p>
        </p:txBody>
      </p:sp>
      <p:sp>
        <p:nvSpPr>
          <p:cNvPr id="443" name="Google Shape;443;p45"/>
          <p:cNvSpPr txBox="1"/>
          <p:nvPr>
            <p:ph idx="5" type="subTitle"/>
          </p:nvPr>
        </p:nvSpPr>
        <p:spPr>
          <a:xfrm>
            <a:off x="522479" y="2998190"/>
            <a:ext cx="2744100" cy="57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Customization</a:t>
            </a:r>
            <a:endParaRPr sz="2000"/>
          </a:p>
        </p:txBody>
      </p:sp>
      <p:sp>
        <p:nvSpPr>
          <p:cNvPr id="444" name="Google Shape;444;p45"/>
          <p:cNvSpPr txBox="1"/>
          <p:nvPr>
            <p:ph idx="6" type="subTitle"/>
          </p:nvPr>
        </p:nvSpPr>
        <p:spPr>
          <a:xfrm>
            <a:off x="522475" y="3507612"/>
            <a:ext cx="27441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4C2A19"/>
              </a:buClr>
              <a:buSzPts val="1100"/>
              <a:buFont typeface="Arial"/>
              <a:buNone/>
            </a:pPr>
            <a:r>
              <a:rPr lang="en"/>
              <a:t>Kids can add custom cubs to their water bottles</a:t>
            </a:r>
            <a:endParaRPr/>
          </a:p>
        </p:txBody>
      </p:sp>
      <p:sp>
        <p:nvSpPr>
          <p:cNvPr id="445" name="Google Shape;445;p45"/>
          <p:cNvSpPr txBox="1"/>
          <p:nvPr>
            <p:ph idx="7" type="subTitle"/>
          </p:nvPr>
        </p:nvSpPr>
        <p:spPr>
          <a:xfrm>
            <a:off x="6016371" y="1653865"/>
            <a:ext cx="2744100" cy="57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Display</a:t>
            </a:r>
            <a:endParaRPr sz="2000"/>
          </a:p>
        </p:txBody>
      </p:sp>
      <p:sp>
        <p:nvSpPr>
          <p:cNvPr id="446" name="Google Shape;446;p45"/>
          <p:cNvSpPr/>
          <p:nvPr/>
        </p:nvSpPr>
        <p:spPr>
          <a:xfrm rot="-5399933">
            <a:off x="6658035" y="3396009"/>
            <a:ext cx="2940345" cy="2945224"/>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7" name="Google Shape;447;p45"/>
          <p:cNvGrpSpPr/>
          <p:nvPr/>
        </p:nvGrpSpPr>
        <p:grpSpPr>
          <a:xfrm>
            <a:off x="3712930" y="293125"/>
            <a:ext cx="446851" cy="544028"/>
            <a:chOff x="4425232" y="905350"/>
            <a:chExt cx="446851" cy="544028"/>
          </a:xfrm>
        </p:grpSpPr>
        <p:sp>
          <p:nvSpPr>
            <p:cNvPr id="448" name="Google Shape;448;p45"/>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5"/>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45"/>
          <p:cNvSpPr/>
          <p:nvPr/>
        </p:nvSpPr>
        <p:spPr>
          <a:xfrm>
            <a:off x="863188" y="113927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451" name="Google Shape;451;p45"/>
          <p:cNvSpPr/>
          <p:nvPr/>
        </p:nvSpPr>
        <p:spPr>
          <a:xfrm>
            <a:off x="4748275" y="44611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452" name="Google Shape;452;p45"/>
          <p:cNvSpPr/>
          <p:nvPr/>
        </p:nvSpPr>
        <p:spPr>
          <a:xfrm>
            <a:off x="7297700" y="760625"/>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453" name="Google Shape;453;p45"/>
          <p:cNvSpPr txBox="1"/>
          <p:nvPr>
            <p:ph idx="3" type="subTitle"/>
          </p:nvPr>
        </p:nvSpPr>
        <p:spPr>
          <a:xfrm>
            <a:off x="3428571" y="1653863"/>
            <a:ext cx="2744100" cy="57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Dimensions:</a:t>
            </a:r>
            <a:endParaRPr sz="2000"/>
          </a:p>
        </p:txBody>
      </p:sp>
      <p:sp>
        <p:nvSpPr>
          <p:cNvPr id="454" name="Google Shape;454;p45"/>
          <p:cNvSpPr txBox="1"/>
          <p:nvPr>
            <p:ph idx="4" type="subTitle"/>
          </p:nvPr>
        </p:nvSpPr>
        <p:spPr>
          <a:xfrm>
            <a:off x="3428575" y="2145294"/>
            <a:ext cx="2744100" cy="85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a:t> Can hold 16 oz of water,</a:t>
            </a:r>
            <a:endParaRPr sz="1400"/>
          </a:p>
          <a:p>
            <a:pPr indent="0" lvl="0" marL="0" rtl="0" algn="ctr">
              <a:spcBef>
                <a:spcPts val="0"/>
              </a:spcBef>
              <a:spcAft>
                <a:spcPts val="0"/>
              </a:spcAft>
              <a:buClr>
                <a:schemeClr val="dk1"/>
              </a:buClr>
              <a:buSzPts val="1100"/>
              <a:buFont typeface="Arial"/>
              <a:buNone/>
            </a:pPr>
            <a:r>
              <a:rPr lang="en" sz="1400"/>
              <a:t>Diameter - 2.72 in</a:t>
            </a:r>
            <a:endParaRPr sz="1400"/>
          </a:p>
          <a:p>
            <a:pPr indent="0" lvl="0" marL="0" rtl="0" algn="ctr">
              <a:spcBef>
                <a:spcPts val="0"/>
              </a:spcBef>
              <a:spcAft>
                <a:spcPts val="0"/>
              </a:spcAft>
              <a:buClr>
                <a:schemeClr val="dk1"/>
              </a:buClr>
              <a:buSzPts val="1100"/>
              <a:buFont typeface="Arial"/>
              <a:buNone/>
            </a:pPr>
            <a:r>
              <a:rPr lang="en" sz="1400"/>
              <a:t>Height - 7.91 in</a:t>
            </a:r>
            <a:endParaRPr sz="1400"/>
          </a:p>
          <a:p>
            <a:pPr indent="0" lvl="0" marL="0" rtl="0" algn="ctr">
              <a:spcBef>
                <a:spcPts val="0"/>
              </a:spcBef>
              <a:spcAft>
                <a:spcPts val="0"/>
              </a:spcAft>
              <a:buClr>
                <a:srgbClr val="4C2A19"/>
              </a:buClr>
              <a:buSzPts val="1100"/>
              <a:buFont typeface="Arial"/>
              <a:buNone/>
            </a:pPr>
            <a:r>
              <a:t/>
            </a:r>
            <a:endParaRPr/>
          </a:p>
        </p:txBody>
      </p:sp>
      <p:sp>
        <p:nvSpPr>
          <p:cNvPr id="455" name="Google Shape;455;p45"/>
          <p:cNvSpPr txBox="1"/>
          <p:nvPr>
            <p:ph idx="8" type="subTitle"/>
          </p:nvPr>
        </p:nvSpPr>
        <p:spPr>
          <a:xfrm>
            <a:off x="6096446" y="2153387"/>
            <a:ext cx="27441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4C2A19"/>
              </a:buClr>
              <a:buSzPts val="1100"/>
              <a:buFont typeface="Arial"/>
              <a:buNone/>
            </a:pPr>
            <a:r>
              <a:rPr lang="en"/>
              <a:t>Has a display to show water consumption.</a:t>
            </a:r>
            <a:endParaRPr/>
          </a:p>
        </p:txBody>
      </p:sp>
      <p:sp>
        <p:nvSpPr>
          <p:cNvPr id="456" name="Google Shape;456;p45"/>
          <p:cNvSpPr/>
          <p:nvPr/>
        </p:nvSpPr>
        <p:spPr>
          <a:xfrm>
            <a:off x="12012313" y="41850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5"/>
          <p:cNvSpPr txBox="1"/>
          <p:nvPr>
            <p:ph idx="3" type="subTitle"/>
          </p:nvPr>
        </p:nvSpPr>
        <p:spPr>
          <a:xfrm>
            <a:off x="6096446" y="3011538"/>
            <a:ext cx="2744100" cy="57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Material</a:t>
            </a:r>
            <a:endParaRPr sz="2000"/>
          </a:p>
        </p:txBody>
      </p:sp>
      <p:sp>
        <p:nvSpPr>
          <p:cNvPr id="458" name="Google Shape;458;p45"/>
          <p:cNvSpPr txBox="1"/>
          <p:nvPr>
            <p:ph idx="4" type="subTitle"/>
          </p:nvPr>
        </p:nvSpPr>
        <p:spPr>
          <a:xfrm>
            <a:off x="6130396" y="3507612"/>
            <a:ext cx="2744100" cy="5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a:t>PETG</a:t>
            </a:r>
            <a:endParaRPr sz="1400"/>
          </a:p>
          <a:p>
            <a:pPr indent="0" lvl="0" marL="0" rtl="0" algn="ctr">
              <a:spcBef>
                <a:spcPts val="0"/>
              </a:spcBef>
              <a:spcAft>
                <a:spcPts val="0"/>
              </a:spcAft>
              <a:buClr>
                <a:schemeClr val="dk1"/>
              </a:buClr>
              <a:buSzPts val="1100"/>
              <a:buFont typeface="Arial"/>
              <a:buNone/>
            </a:pPr>
            <a:r>
              <a:rPr lang="en" sz="1400"/>
              <a:t>Food-Safe</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6"/>
          <p:cNvSpPr/>
          <p:nvPr/>
        </p:nvSpPr>
        <p:spPr>
          <a:xfrm rot="-4604628">
            <a:off x="8219656" y="1973294"/>
            <a:ext cx="2482896" cy="2486978"/>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6"/>
          <p:cNvSpPr txBox="1"/>
          <p:nvPr>
            <p:ph type="title"/>
          </p:nvPr>
        </p:nvSpPr>
        <p:spPr>
          <a:xfrm>
            <a:off x="713225" y="292625"/>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Sensor Placement</a:t>
            </a:r>
            <a:endParaRPr sz="2000">
              <a:solidFill>
                <a:schemeClr val="accent1"/>
              </a:solidFill>
            </a:endParaRPr>
          </a:p>
        </p:txBody>
      </p:sp>
      <p:sp>
        <p:nvSpPr>
          <p:cNvPr id="465" name="Google Shape;465;p46"/>
          <p:cNvSpPr txBox="1"/>
          <p:nvPr>
            <p:ph idx="3" type="subTitle"/>
          </p:nvPr>
        </p:nvSpPr>
        <p:spPr>
          <a:xfrm>
            <a:off x="609725" y="622400"/>
            <a:ext cx="7924500" cy="10905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sz="1100"/>
              <a:t>Inside the Cap: This allows the sensor to measure the flow rate as water is poured or sipped.</a:t>
            </a:r>
            <a:endParaRPr sz="1100"/>
          </a:p>
          <a:p>
            <a:pPr indent="-298450" lvl="0" marL="457200" rtl="0" algn="l">
              <a:lnSpc>
                <a:spcPct val="115000"/>
              </a:lnSpc>
              <a:spcBef>
                <a:spcPts val="0"/>
              </a:spcBef>
              <a:spcAft>
                <a:spcPts val="0"/>
              </a:spcAft>
              <a:buSzPts val="1100"/>
              <a:buChar char="●"/>
            </a:pPr>
            <a:r>
              <a:rPr lang="en" sz="1100"/>
              <a:t>Inline with Spout: The sensor can be integrated into an inline setup within the spout or a dedicated compartment at the top of the bottle. </a:t>
            </a:r>
            <a:endParaRPr sz="1100"/>
          </a:p>
          <a:p>
            <a:pPr indent="-298450" lvl="0" marL="457200" rtl="0" algn="l">
              <a:lnSpc>
                <a:spcPct val="115000"/>
              </a:lnSpc>
              <a:spcBef>
                <a:spcPts val="0"/>
              </a:spcBef>
              <a:spcAft>
                <a:spcPts val="0"/>
              </a:spcAft>
              <a:buSzPts val="1100"/>
              <a:buChar char="●"/>
            </a:pPr>
            <a:r>
              <a:rPr lang="en" sz="1100"/>
              <a:t>Waterproof Housing: The sensor should be enclosed in a waterproof housing. This could be a custom-designed compartment that seals the sensor but allows water to flow through it.</a:t>
            </a:r>
            <a:endParaRPr sz="1100"/>
          </a:p>
        </p:txBody>
      </p:sp>
      <p:sp>
        <p:nvSpPr>
          <p:cNvPr id="466" name="Google Shape;466;p46"/>
          <p:cNvSpPr/>
          <p:nvPr/>
        </p:nvSpPr>
        <p:spPr>
          <a:xfrm>
            <a:off x="7434738" y="4265150"/>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46"/>
          <p:cNvGrpSpPr/>
          <p:nvPr/>
        </p:nvGrpSpPr>
        <p:grpSpPr>
          <a:xfrm>
            <a:off x="7091130" y="459362"/>
            <a:ext cx="446851" cy="544028"/>
            <a:chOff x="4425232" y="905350"/>
            <a:chExt cx="446851" cy="544028"/>
          </a:xfrm>
        </p:grpSpPr>
        <p:sp>
          <p:nvSpPr>
            <p:cNvPr id="468" name="Google Shape;468;p46"/>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6"/>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46"/>
          <p:cNvSpPr txBox="1"/>
          <p:nvPr>
            <p:ph type="title"/>
          </p:nvPr>
        </p:nvSpPr>
        <p:spPr>
          <a:xfrm>
            <a:off x="685925" y="15688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Power Supply</a:t>
            </a:r>
            <a:endParaRPr sz="2000">
              <a:solidFill>
                <a:schemeClr val="accent1"/>
              </a:solidFill>
            </a:endParaRPr>
          </a:p>
        </p:txBody>
      </p:sp>
      <p:sp>
        <p:nvSpPr>
          <p:cNvPr id="471" name="Google Shape;471;p46"/>
          <p:cNvSpPr txBox="1"/>
          <p:nvPr>
            <p:ph idx="3" type="subTitle"/>
          </p:nvPr>
        </p:nvSpPr>
        <p:spPr>
          <a:xfrm>
            <a:off x="609725" y="1923125"/>
            <a:ext cx="7924500" cy="5727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sz="1100"/>
              <a:t>Battery Powered: The sensor can be powered by a small, rechargeable lithium-ion battery.</a:t>
            </a:r>
            <a:endParaRPr sz="1100"/>
          </a:p>
          <a:p>
            <a:pPr indent="-298450" lvl="0" marL="457200" rtl="0" algn="l">
              <a:lnSpc>
                <a:spcPct val="115000"/>
              </a:lnSpc>
              <a:spcBef>
                <a:spcPts val="0"/>
              </a:spcBef>
              <a:spcAft>
                <a:spcPts val="0"/>
              </a:spcAft>
              <a:buSzPts val="1100"/>
              <a:buChar char="●"/>
            </a:pPr>
            <a:r>
              <a:rPr lang="en" sz="1100"/>
              <a:t>Charging Mechanism: Micro-USB or USB-C Port</a:t>
            </a:r>
            <a:endParaRPr sz="1100"/>
          </a:p>
        </p:txBody>
      </p:sp>
      <p:sp>
        <p:nvSpPr>
          <p:cNvPr id="472" name="Google Shape;472;p46"/>
          <p:cNvSpPr txBox="1"/>
          <p:nvPr>
            <p:ph type="title"/>
          </p:nvPr>
        </p:nvSpPr>
        <p:spPr>
          <a:xfrm>
            <a:off x="713225" y="2350025"/>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Electronics and Data Transmission</a:t>
            </a:r>
            <a:endParaRPr sz="2000">
              <a:solidFill>
                <a:schemeClr val="accent1"/>
              </a:solidFill>
            </a:endParaRPr>
          </a:p>
        </p:txBody>
      </p:sp>
      <p:sp>
        <p:nvSpPr>
          <p:cNvPr id="473" name="Google Shape;473;p46"/>
          <p:cNvSpPr txBox="1"/>
          <p:nvPr>
            <p:ph idx="3" type="subTitle"/>
          </p:nvPr>
        </p:nvSpPr>
        <p:spPr>
          <a:xfrm>
            <a:off x="609725" y="2679800"/>
            <a:ext cx="7924500" cy="10905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sz="1100"/>
              <a:t>Microcontroller: The microcontroller can convert the pulse data from the sensor into meaningful measurements of water intake</a:t>
            </a:r>
            <a:endParaRPr sz="1100"/>
          </a:p>
          <a:p>
            <a:pPr indent="-298450" lvl="0" marL="457200" rtl="0" algn="l">
              <a:lnSpc>
                <a:spcPct val="115000"/>
              </a:lnSpc>
              <a:spcBef>
                <a:spcPts val="0"/>
              </a:spcBef>
              <a:spcAft>
                <a:spcPts val="0"/>
              </a:spcAft>
              <a:buSzPts val="1100"/>
              <a:buChar char="●"/>
            </a:pPr>
            <a:r>
              <a:rPr lang="en" sz="1100"/>
              <a:t>Display: An optional small display (OLED or LCD) can be added to the bottle’s exterior to show real-time data, such as the amount of water consumed or battery status</a:t>
            </a:r>
            <a:endParaRPr sz="1100"/>
          </a:p>
        </p:txBody>
      </p:sp>
      <p:sp>
        <p:nvSpPr>
          <p:cNvPr id="474" name="Google Shape;474;p46"/>
          <p:cNvSpPr txBox="1"/>
          <p:nvPr>
            <p:ph type="title"/>
          </p:nvPr>
        </p:nvSpPr>
        <p:spPr>
          <a:xfrm>
            <a:off x="713250" y="3464600"/>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User Interface and App Integration</a:t>
            </a:r>
            <a:endParaRPr sz="2000">
              <a:solidFill>
                <a:schemeClr val="accent1"/>
              </a:solidFill>
            </a:endParaRPr>
          </a:p>
        </p:txBody>
      </p:sp>
      <p:sp>
        <p:nvSpPr>
          <p:cNvPr id="475" name="Google Shape;475;p46"/>
          <p:cNvSpPr txBox="1"/>
          <p:nvPr>
            <p:ph idx="3" type="subTitle"/>
          </p:nvPr>
        </p:nvSpPr>
        <p:spPr>
          <a:xfrm>
            <a:off x="762150" y="3835600"/>
            <a:ext cx="7924500" cy="14706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Each water bottle will have a unique code that you can put in the app once downloaded</a:t>
            </a:r>
            <a:endParaRPr sz="1000">
              <a:solidFill>
                <a:srgbClr val="000000"/>
              </a:solidFill>
            </a:endParaRPr>
          </a:p>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The water bottle then connects to all the electronic devices with the app where the code was entered</a:t>
            </a:r>
            <a:endParaRPr sz="1000">
              <a:solidFill>
                <a:srgbClr val="000000"/>
              </a:solidFill>
            </a:endParaRPr>
          </a:p>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The app will ask if if the user is a parent or a child device </a:t>
            </a:r>
            <a:endParaRPr sz="1000">
              <a:solidFill>
                <a:srgbClr val="000000"/>
              </a:solidFill>
            </a:endParaRPr>
          </a:p>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Once the parent account is set up, the parent can then name the water bottle and set the daily water intake goal</a:t>
            </a:r>
            <a:endParaRPr sz="1000">
              <a:solidFill>
                <a:srgbClr val="000000"/>
              </a:solidFill>
            </a:endParaRPr>
          </a:p>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The app records all water intake so that the parent can view the intake by day, week, and month</a:t>
            </a:r>
            <a:endParaRPr sz="1000">
              <a:solidFill>
                <a:srgbClr val="000000"/>
              </a:solidFill>
            </a:endParaRPr>
          </a:p>
          <a:p>
            <a:pPr indent="-292100" lvl="0" marL="457200" rtl="0" algn="l">
              <a:lnSpc>
                <a:spcPct val="115000"/>
              </a:lnSpc>
              <a:spcBef>
                <a:spcPts val="0"/>
              </a:spcBef>
              <a:spcAft>
                <a:spcPts val="0"/>
              </a:spcAft>
              <a:buClr>
                <a:srgbClr val="000000"/>
              </a:buClr>
              <a:buSzPts val="1000"/>
              <a:buFont typeface="Didact Gothic"/>
              <a:buChar char="●"/>
            </a:pPr>
            <a:r>
              <a:rPr lang="en" sz="1000">
                <a:solidFill>
                  <a:srgbClr val="000000"/>
                </a:solidFill>
              </a:rPr>
              <a:t>Parents are also able to set screen time for the next day if desired</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7"/>
          <p:cNvSpPr txBox="1"/>
          <p:nvPr>
            <p:ph type="title"/>
          </p:nvPr>
        </p:nvSpPr>
        <p:spPr>
          <a:xfrm>
            <a:off x="713225" y="64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solidFill>
                <a:schemeClr val="accent1"/>
              </a:solidFill>
            </a:endParaRPr>
          </a:p>
        </p:txBody>
      </p:sp>
      <p:grpSp>
        <p:nvGrpSpPr>
          <p:cNvPr id="481" name="Google Shape;481;p47"/>
          <p:cNvGrpSpPr/>
          <p:nvPr/>
        </p:nvGrpSpPr>
        <p:grpSpPr>
          <a:xfrm flipH="1">
            <a:off x="3057930" y="78350"/>
            <a:ext cx="446851" cy="544028"/>
            <a:chOff x="4425232" y="905350"/>
            <a:chExt cx="446851" cy="544028"/>
          </a:xfrm>
        </p:grpSpPr>
        <p:sp>
          <p:nvSpPr>
            <p:cNvPr id="482" name="Google Shape;482;p47"/>
            <p:cNvSpPr/>
            <p:nvPr/>
          </p:nvSpPr>
          <p:spPr>
            <a:xfrm>
              <a:off x="4425232" y="905350"/>
              <a:ext cx="446851" cy="294717"/>
            </a:xfrm>
            <a:custGeom>
              <a:rect b="b" l="l" r="r" t="t"/>
              <a:pathLst>
                <a:path extrusionOk="0" h="7745" w="11743">
                  <a:moveTo>
                    <a:pt x="7213" y="0"/>
                  </a:moveTo>
                  <a:cubicBezTo>
                    <a:pt x="6350" y="0"/>
                    <a:pt x="5442" y="224"/>
                    <a:pt x="4637" y="673"/>
                  </a:cubicBezTo>
                  <a:cubicBezTo>
                    <a:pt x="2335" y="1940"/>
                    <a:pt x="634" y="4942"/>
                    <a:pt x="0" y="7744"/>
                  </a:cubicBezTo>
                  <a:cubicBezTo>
                    <a:pt x="0" y="7744"/>
                    <a:pt x="2335" y="6577"/>
                    <a:pt x="5271" y="6577"/>
                  </a:cubicBezTo>
                  <a:cubicBezTo>
                    <a:pt x="8173" y="6577"/>
                    <a:pt x="11742" y="4175"/>
                    <a:pt x="10308" y="1573"/>
                  </a:cubicBezTo>
                  <a:cubicBezTo>
                    <a:pt x="9743" y="525"/>
                    <a:pt x="8532" y="0"/>
                    <a:pt x="72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7"/>
            <p:cNvSpPr/>
            <p:nvPr/>
          </p:nvSpPr>
          <p:spPr>
            <a:xfrm>
              <a:off x="4514082" y="1301430"/>
              <a:ext cx="340304" cy="147948"/>
            </a:xfrm>
            <a:custGeom>
              <a:rect b="b" l="l" r="r" t="t"/>
              <a:pathLst>
                <a:path extrusionOk="0" h="3888" w="8943">
                  <a:moveTo>
                    <a:pt x="5920" y="1"/>
                  </a:moveTo>
                  <a:cubicBezTo>
                    <a:pt x="5760" y="1"/>
                    <a:pt x="5598" y="13"/>
                    <a:pt x="5438" y="37"/>
                  </a:cubicBezTo>
                  <a:cubicBezTo>
                    <a:pt x="3670" y="271"/>
                    <a:pt x="1502" y="1372"/>
                    <a:pt x="0" y="2873"/>
                  </a:cubicBezTo>
                  <a:cubicBezTo>
                    <a:pt x="626" y="2818"/>
                    <a:pt x="1301" y="2758"/>
                    <a:pt x="1965" y="2758"/>
                  </a:cubicBezTo>
                  <a:cubicBezTo>
                    <a:pt x="2930" y="2758"/>
                    <a:pt x="3872" y="2885"/>
                    <a:pt x="4604" y="3340"/>
                  </a:cubicBezTo>
                  <a:cubicBezTo>
                    <a:pt x="5221" y="3715"/>
                    <a:pt x="5877" y="3888"/>
                    <a:pt x="6479" y="3888"/>
                  </a:cubicBezTo>
                  <a:cubicBezTo>
                    <a:pt x="7537" y="3888"/>
                    <a:pt x="8427" y="3353"/>
                    <a:pt x="8640" y="2439"/>
                  </a:cubicBezTo>
                  <a:cubicBezTo>
                    <a:pt x="8943" y="1138"/>
                    <a:pt x="7488" y="1"/>
                    <a:pt x="5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 name="Google Shape;484;p47"/>
          <p:cNvSpPr/>
          <p:nvPr/>
        </p:nvSpPr>
        <p:spPr>
          <a:xfrm rot="2446981">
            <a:off x="7233051" y="-1574063"/>
            <a:ext cx="2940347" cy="2945217"/>
          </a:xfrm>
          <a:custGeom>
            <a:rect b="b" l="l" r="r" t="t"/>
            <a:pathLst>
              <a:path extrusionOk="0" h="11403" w="11384">
                <a:moveTo>
                  <a:pt x="5308" y="0"/>
                </a:moveTo>
                <a:cubicBezTo>
                  <a:pt x="5001" y="0"/>
                  <a:pt x="4693" y="55"/>
                  <a:pt x="4418" y="147"/>
                </a:cubicBezTo>
                <a:cubicBezTo>
                  <a:pt x="3132" y="563"/>
                  <a:pt x="2203" y="1540"/>
                  <a:pt x="1572" y="2718"/>
                </a:cubicBezTo>
                <a:cubicBezTo>
                  <a:pt x="477" y="4814"/>
                  <a:pt x="1" y="7779"/>
                  <a:pt x="1644" y="9731"/>
                </a:cubicBezTo>
                <a:cubicBezTo>
                  <a:pt x="2743" y="11021"/>
                  <a:pt x="4392" y="11402"/>
                  <a:pt x="6023" y="11402"/>
                </a:cubicBezTo>
                <a:cubicBezTo>
                  <a:pt x="6123" y="11402"/>
                  <a:pt x="6223" y="11401"/>
                  <a:pt x="6323" y="11398"/>
                </a:cubicBezTo>
                <a:cubicBezTo>
                  <a:pt x="6633" y="11386"/>
                  <a:pt x="6966" y="11386"/>
                  <a:pt x="7276" y="11350"/>
                </a:cubicBezTo>
                <a:cubicBezTo>
                  <a:pt x="7585" y="11327"/>
                  <a:pt x="7883" y="11219"/>
                  <a:pt x="8180" y="11124"/>
                </a:cubicBezTo>
                <a:cubicBezTo>
                  <a:pt x="8335" y="11088"/>
                  <a:pt x="8478" y="11053"/>
                  <a:pt x="8609" y="10993"/>
                </a:cubicBezTo>
                <a:cubicBezTo>
                  <a:pt x="8752" y="10934"/>
                  <a:pt x="8883" y="10874"/>
                  <a:pt x="9014" y="10803"/>
                </a:cubicBezTo>
                <a:cubicBezTo>
                  <a:pt x="9264" y="10672"/>
                  <a:pt x="9502" y="10517"/>
                  <a:pt x="9740" y="10350"/>
                </a:cubicBezTo>
                <a:cubicBezTo>
                  <a:pt x="10002" y="10196"/>
                  <a:pt x="10193" y="9981"/>
                  <a:pt x="10383" y="9755"/>
                </a:cubicBezTo>
                <a:cubicBezTo>
                  <a:pt x="10574" y="9541"/>
                  <a:pt x="10740" y="9279"/>
                  <a:pt x="10895" y="9029"/>
                </a:cubicBezTo>
                <a:cubicBezTo>
                  <a:pt x="11026" y="8767"/>
                  <a:pt x="11145" y="8481"/>
                  <a:pt x="11228" y="8195"/>
                </a:cubicBezTo>
                <a:cubicBezTo>
                  <a:pt x="11276" y="8052"/>
                  <a:pt x="11324" y="7910"/>
                  <a:pt x="11336" y="7767"/>
                </a:cubicBezTo>
                <a:cubicBezTo>
                  <a:pt x="11347" y="7612"/>
                  <a:pt x="11347" y="7469"/>
                  <a:pt x="11371" y="7314"/>
                </a:cubicBezTo>
                <a:cubicBezTo>
                  <a:pt x="11383" y="7005"/>
                  <a:pt x="11383" y="6683"/>
                  <a:pt x="11336" y="6362"/>
                </a:cubicBezTo>
                <a:cubicBezTo>
                  <a:pt x="11324" y="6207"/>
                  <a:pt x="11264" y="6052"/>
                  <a:pt x="11216" y="5885"/>
                </a:cubicBezTo>
                <a:cubicBezTo>
                  <a:pt x="11169" y="5754"/>
                  <a:pt x="11133" y="5624"/>
                  <a:pt x="11074" y="5493"/>
                </a:cubicBezTo>
                <a:cubicBezTo>
                  <a:pt x="11014" y="5350"/>
                  <a:pt x="10931" y="5207"/>
                  <a:pt x="10847" y="5076"/>
                </a:cubicBezTo>
                <a:cubicBezTo>
                  <a:pt x="10776" y="4969"/>
                  <a:pt x="10669" y="4873"/>
                  <a:pt x="10562" y="4790"/>
                </a:cubicBezTo>
                <a:cubicBezTo>
                  <a:pt x="10335" y="4612"/>
                  <a:pt x="10157" y="4397"/>
                  <a:pt x="9919" y="4254"/>
                </a:cubicBezTo>
                <a:cubicBezTo>
                  <a:pt x="9788" y="4183"/>
                  <a:pt x="9657" y="4123"/>
                  <a:pt x="9502" y="4100"/>
                </a:cubicBezTo>
                <a:cubicBezTo>
                  <a:pt x="9359" y="4088"/>
                  <a:pt x="9204" y="4076"/>
                  <a:pt x="9050" y="4064"/>
                </a:cubicBezTo>
                <a:cubicBezTo>
                  <a:pt x="8895" y="4040"/>
                  <a:pt x="8752" y="4040"/>
                  <a:pt x="8597" y="4016"/>
                </a:cubicBezTo>
                <a:cubicBezTo>
                  <a:pt x="8478" y="4004"/>
                  <a:pt x="8359" y="3980"/>
                  <a:pt x="8252" y="3921"/>
                </a:cubicBezTo>
                <a:cubicBezTo>
                  <a:pt x="8157" y="3861"/>
                  <a:pt x="8049" y="3802"/>
                  <a:pt x="7954" y="3730"/>
                </a:cubicBezTo>
                <a:cubicBezTo>
                  <a:pt x="7859" y="3647"/>
                  <a:pt x="7764" y="3564"/>
                  <a:pt x="7692" y="3469"/>
                </a:cubicBezTo>
                <a:cubicBezTo>
                  <a:pt x="7514" y="3230"/>
                  <a:pt x="7418" y="2945"/>
                  <a:pt x="7335" y="2659"/>
                </a:cubicBezTo>
                <a:cubicBezTo>
                  <a:pt x="7109" y="1933"/>
                  <a:pt x="7204" y="1063"/>
                  <a:pt x="6633" y="492"/>
                </a:cubicBezTo>
                <a:cubicBezTo>
                  <a:pt x="6288" y="140"/>
                  <a:pt x="5800" y="0"/>
                  <a:pt x="5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7"/>
          <p:cNvSpPr/>
          <p:nvPr/>
        </p:nvSpPr>
        <p:spPr>
          <a:xfrm>
            <a:off x="7123338" y="1017713"/>
            <a:ext cx="257100" cy="257100"/>
          </a:xfrm>
          <a:prstGeom prst="star4">
            <a:avLst>
              <a:gd fmla="val 125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486" name="Google Shape;486;p47"/>
          <p:cNvSpPr txBox="1"/>
          <p:nvPr>
            <p:ph idx="2" type="subTitle"/>
          </p:nvPr>
        </p:nvSpPr>
        <p:spPr>
          <a:xfrm>
            <a:off x="779225" y="1054550"/>
            <a:ext cx="7890300" cy="3050700"/>
          </a:xfrm>
          <a:prstGeom prst="rect">
            <a:avLst/>
          </a:prstGeom>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i="1" lang="en" sz="1000">
                <a:latin typeface="Times New Roman"/>
                <a:ea typeface="Times New Roman"/>
                <a:cs typeface="Times New Roman"/>
                <a:sym typeface="Times New Roman"/>
              </a:rPr>
              <a:t>Encouraging your child to drink water</a:t>
            </a:r>
            <a:r>
              <a:rPr lang="en" sz="1000">
                <a:latin typeface="Times New Roman"/>
                <a:ea typeface="Times New Roman"/>
                <a:cs typeface="Times New Roman"/>
                <a:sym typeface="Times New Roman"/>
              </a:rPr>
              <a:t>. ECLKC. (2022, November 9). https://eclkc.ohs.acf.hhs.gov/publication/encouraging-your-child-drink-water#:~:text=Add%20a%20lemon%2C%20lime%2C%20or,dinosaurs%2C%20letters%2C%20or%20animals. </a:t>
            </a:r>
            <a:endParaRPr sz="10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000">
                <a:latin typeface="Times New Roman"/>
                <a:ea typeface="Times New Roman"/>
                <a:cs typeface="Times New Roman"/>
                <a:sym typeface="Times New Roman"/>
              </a:rPr>
              <a:t>Faidah, Nur, et al. “Detection of Voluntary Dehydration in Paediatric Populations Using Non‐Invasive Point‐Of‐Care Saliva and Urine Testing.” </a:t>
            </a:r>
            <a:r>
              <a:rPr i="1" lang="en" sz="1000">
                <a:latin typeface="Times New Roman"/>
                <a:ea typeface="Times New Roman"/>
                <a:cs typeface="Times New Roman"/>
                <a:sym typeface="Times New Roman"/>
              </a:rPr>
              <a:t>Journal of Paediatrics and Child Health</a:t>
            </a:r>
            <a:r>
              <a:rPr lang="en" sz="1000">
                <a:latin typeface="Times New Roman"/>
                <a:ea typeface="Times New Roman"/>
                <a:cs typeface="Times New Roman"/>
                <a:sym typeface="Times New Roman"/>
              </a:rPr>
              <a:t>, vol. 57, no. 6, Dec. 2020, pp. 813–18, https://doi.org/10.1111/jpc.15325. Accessed 1 Aug. 2024.</a:t>
            </a:r>
            <a:endParaRPr sz="10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000">
                <a:latin typeface="Times New Roman"/>
                <a:ea typeface="Times New Roman"/>
                <a:cs typeface="Times New Roman"/>
                <a:sym typeface="Times New Roman"/>
              </a:rPr>
              <a:t>Harris, R. (2015, June 11). </a:t>
            </a:r>
            <a:r>
              <a:rPr i="1" lang="en" sz="1000">
                <a:latin typeface="Times New Roman"/>
                <a:ea typeface="Times New Roman"/>
                <a:cs typeface="Times New Roman"/>
                <a:sym typeface="Times New Roman"/>
              </a:rPr>
              <a:t>Got water? most kids, teens don’t drink enough</a:t>
            </a:r>
            <a:r>
              <a:rPr lang="en" sz="1000">
                <a:latin typeface="Times New Roman"/>
                <a:ea typeface="Times New Roman"/>
                <a:cs typeface="Times New Roman"/>
                <a:sym typeface="Times New Roman"/>
              </a:rPr>
              <a:t>. NPR. https://www.npr.org/sections/health-shots/2015/06/11/413674246/got-water-most-kids-teens-dont-drink-enough#:~:text=Most%20American%20children%20and%20teenagers,part%20of%20their%20fluid%20intake. </a:t>
            </a:r>
            <a:endParaRPr sz="10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i="1" lang="en" sz="1000">
                <a:latin typeface="Times New Roman"/>
                <a:ea typeface="Times New Roman"/>
                <a:cs typeface="Times New Roman"/>
                <a:sym typeface="Times New Roman"/>
              </a:rPr>
              <a:t>Summer Hydration: What should kids be drinking in the summer?</a:t>
            </a:r>
            <a:r>
              <a:rPr lang="en" sz="1000">
                <a:latin typeface="Times New Roman"/>
                <a:ea typeface="Times New Roman"/>
                <a:cs typeface="Times New Roman"/>
                <a:sym typeface="Times New Roman"/>
              </a:rPr>
              <a:t>. Johns Hopkins Medicine. (2024, April 30). </a:t>
            </a:r>
            <a:endParaRPr sz="10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000">
                <a:latin typeface="Times New Roman"/>
                <a:ea typeface="Times New Roman"/>
                <a:cs typeface="Times New Roman"/>
                <a:sym typeface="Times New Roman"/>
              </a:rPr>
              <a:t>Thingiverse.com. (n.d.-a). </a:t>
            </a:r>
            <a:r>
              <a:rPr i="1" lang="en" sz="1000">
                <a:latin typeface="Times New Roman"/>
                <a:ea typeface="Times New Roman"/>
                <a:cs typeface="Times New Roman"/>
                <a:sym typeface="Times New Roman"/>
              </a:rPr>
              <a:t>Bear figurine by Burulanikita</a:t>
            </a:r>
            <a:r>
              <a:rPr lang="en" sz="1000">
                <a:latin typeface="Times New Roman"/>
                <a:ea typeface="Times New Roman"/>
                <a:cs typeface="Times New Roman"/>
                <a:sym typeface="Times New Roman"/>
              </a:rPr>
              <a:t>. Thingiverse. https://www.thingiverse.com/thing:3666317/files </a:t>
            </a:r>
            <a:endParaRPr sz="10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000">
                <a:latin typeface="Times New Roman"/>
                <a:ea typeface="Times New Roman"/>
                <a:cs typeface="Times New Roman"/>
                <a:sym typeface="Times New Roman"/>
              </a:rPr>
              <a:t>Thingiverse.com. (n.d.). </a:t>
            </a:r>
            <a:r>
              <a:rPr i="1" lang="en" sz="1000">
                <a:latin typeface="Times New Roman"/>
                <a:ea typeface="Times New Roman"/>
                <a:cs typeface="Times New Roman"/>
                <a:sym typeface="Times New Roman"/>
              </a:rPr>
              <a:t>Fuzzy Bear by robo</a:t>
            </a:r>
            <a:r>
              <a:rPr lang="en" sz="1000">
                <a:latin typeface="Times New Roman"/>
                <a:ea typeface="Times New Roman"/>
                <a:cs typeface="Times New Roman"/>
                <a:sym typeface="Times New Roman"/>
              </a:rPr>
              <a:t>. Thingiverse. https://www.thingiverse.com/thing:71156/files</a:t>
            </a:r>
            <a:endParaRPr i="1" sz="8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0" name="Shape 490"/>
        <p:cNvGrpSpPr/>
        <p:nvPr/>
      </p:nvGrpSpPr>
      <p:grpSpPr>
        <a:xfrm>
          <a:off x="0" y="0"/>
          <a:ext cx="0" cy="0"/>
          <a:chOff x="0" y="0"/>
          <a:chExt cx="0" cy="0"/>
        </a:xfrm>
      </p:grpSpPr>
      <p:pic>
        <p:nvPicPr>
          <p:cNvPr id="491" name="Google Shape;491;p48"/>
          <p:cNvPicPr preferRelativeResize="0"/>
          <p:nvPr/>
        </p:nvPicPr>
        <p:blipFill>
          <a:blip r:embed="rId3">
            <a:alphaModFix/>
          </a:blip>
          <a:stretch>
            <a:fillRect/>
          </a:stretch>
        </p:blipFill>
        <p:spPr>
          <a:xfrm>
            <a:off x="-721850" y="920675"/>
            <a:ext cx="6278474" cy="2553525"/>
          </a:xfrm>
          <a:prstGeom prst="rect">
            <a:avLst/>
          </a:prstGeom>
          <a:noFill/>
          <a:ln>
            <a:noFill/>
          </a:ln>
        </p:spPr>
      </p:pic>
      <p:pic>
        <p:nvPicPr>
          <p:cNvPr id="492" name="Google Shape;492;p48"/>
          <p:cNvPicPr preferRelativeResize="0"/>
          <p:nvPr/>
        </p:nvPicPr>
        <p:blipFill rotWithShape="1">
          <a:blip r:embed="rId4">
            <a:alphaModFix/>
          </a:blip>
          <a:srcRect b="0" l="0" r="40152" t="0"/>
          <a:stretch/>
        </p:blipFill>
        <p:spPr>
          <a:xfrm>
            <a:off x="5015100" y="355200"/>
            <a:ext cx="4503525" cy="44331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athroom Routine for Pre-K by Slidesgo">
  <a:themeElements>
    <a:clrScheme name="Simple Light">
      <a:dk1>
        <a:srgbClr val="000000"/>
      </a:dk1>
      <a:lt1>
        <a:srgbClr val="FFFFFF"/>
      </a:lt1>
      <a:dk2>
        <a:srgbClr val="E6E8E9"/>
      </a:dk2>
      <a:lt2>
        <a:srgbClr val="4A9CAF"/>
      </a:lt2>
      <a:accent1>
        <a:srgbClr val="72BCD3"/>
      </a:accent1>
      <a:accent2>
        <a:srgbClr val="FFB000"/>
      </a:accent2>
      <a:accent3>
        <a:srgbClr val="D787A1"/>
      </a:accent3>
      <a:accent4>
        <a:srgbClr val="666666"/>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